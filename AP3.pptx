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302" r:id="rId8"/>
    <p:sldId id="30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ick, MONTFORT" initials="AM" lastIdx="2" clrIdx="0">
    <p:extLst>
      <p:ext uri="{19B8F6BF-5375-455C-9EA6-DF929625EA0E}">
        <p15:presenceInfo xmlns:p15="http://schemas.microsoft.com/office/powerpoint/2012/main" userId="S::amontfort@estran-brest.education::30cfbfd6-42da-4f48-b93e-5372edf8fa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08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0F6E8"/>
          </a:solidFill>
        </a:fill>
      </a:tcStyle>
    </a:wholeTbl>
    <a:band1H>
      <a:tcStyle>
        <a:tcBdr/>
        <a:fill>
          <a:solidFill>
            <a:srgbClr val="DFEDC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FEDCD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9ECD33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9ECD33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9ECD33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9ECD33"/>
          </a:solidFill>
        </a:fill>
      </a:tcStyle>
    </a:firstRow>
  </a:tblStyle>
  <a:tblStyle styleId="{8799B23B-EC83-4686-B30A-512413B5E67A}" styleName="">
    <a:wholeTbl>
      <a:tcTxStyle>
        <a:font>
          <a:latin typeface="+mn-lt"/>
          <a:ea typeface="+mn-ea"/>
          <a:cs typeface="+mn-cs"/>
        </a:font>
        <a:srgbClr val="FFFFFF"/>
      </a:tcTxStyle>
      <a:tcStyle>
        <a:tcBdr>
          <a:left>
            <a:ln w="12701" cap="flat" cmpd="sng" algn="ctr">
              <a:solidFill>
                <a:srgbClr val="DC5D3D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DC5D3D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DC5D3D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DC5D3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DC5D3D"/>
          </a:solidFill>
        </a:fill>
      </a:tcStyle>
    </a:band1H>
    <a:band1V>
      <a:tcStyle>
        <a:tcBdr/>
        <a:fill>
          <a:solidFill>
            <a:srgbClr val="DC5D3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DC5D3D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DC5D3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84" autoAdjust="0"/>
  </p:normalViewPr>
  <p:slideViewPr>
    <p:cSldViewPr snapToGrid="0">
      <p:cViewPr varScale="1">
        <p:scale>
          <a:sx n="78" d="100"/>
          <a:sy n="78" d="100"/>
        </p:scale>
        <p:origin x="5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ick, MONTFORT" userId="30cfbfd6-42da-4f48-b93e-5372edf8fa25" providerId="ADAL" clId="{C35EC510-4D6E-493B-B342-64CCA89916A0}"/>
    <pc:docChg chg="undo custSel addSld delSld modSld">
      <pc:chgData name="Annick, MONTFORT" userId="30cfbfd6-42da-4f48-b93e-5372edf8fa25" providerId="ADAL" clId="{C35EC510-4D6E-493B-B342-64CCA89916A0}" dt="2021-09-08T17:56:00.724" v="459" actId="1076"/>
      <pc:docMkLst>
        <pc:docMk/>
      </pc:docMkLst>
      <pc:sldChg chg="addSp delSp modSp mod">
        <pc:chgData name="Annick, MONTFORT" userId="30cfbfd6-42da-4f48-b93e-5372edf8fa25" providerId="ADAL" clId="{C35EC510-4D6E-493B-B342-64CCA89916A0}" dt="2021-09-08T17:47:00.001" v="21" actId="478"/>
        <pc:sldMkLst>
          <pc:docMk/>
          <pc:sldMk cId="0" sldId="256"/>
        </pc:sldMkLst>
        <pc:spChg chg="mod">
          <ac:chgData name="Annick, MONTFORT" userId="30cfbfd6-42da-4f48-b93e-5372edf8fa25" providerId="ADAL" clId="{C35EC510-4D6E-493B-B342-64CCA89916A0}" dt="2021-09-08T17:46:55.874" v="20" actId="20577"/>
          <ac:spMkLst>
            <pc:docMk/>
            <pc:sldMk cId="0" sldId="256"/>
            <ac:spMk id="2" creationId="{8B81E9ED-856C-4FA7-9D9D-735D644EA940}"/>
          </ac:spMkLst>
        </pc:spChg>
        <pc:spChg chg="del">
          <ac:chgData name="Annick, MONTFORT" userId="30cfbfd6-42da-4f48-b93e-5372edf8fa25" providerId="ADAL" clId="{C35EC510-4D6E-493B-B342-64CCA89916A0}" dt="2021-09-08T17:47:00.001" v="21" actId="478"/>
          <ac:spMkLst>
            <pc:docMk/>
            <pc:sldMk cId="0" sldId="256"/>
            <ac:spMk id="3" creationId="{B0385085-1B6F-4653-B80E-406853D39AE7}"/>
          </ac:spMkLst>
        </pc:spChg>
        <pc:spChg chg="add mod">
          <ac:chgData name="Annick, MONTFORT" userId="30cfbfd6-42da-4f48-b93e-5372edf8fa25" providerId="ADAL" clId="{C35EC510-4D6E-493B-B342-64CCA89916A0}" dt="2021-09-08T17:47:00.001" v="21" actId="478"/>
          <ac:spMkLst>
            <pc:docMk/>
            <pc:sldMk cId="0" sldId="256"/>
            <ac:spMk id="5" creationId="{CCA81A0A-9F8D-4BD6-B2C9-C6B11E80068B}"/>
          </ac:spMkLst>
        </pc:spChg>
      </pc:sldChg>
      <pc:sldChg chg="modSp mod">
        <pc:chgData name="Annick, MONTFORT" userId="30cfbfd6-42da-4f48-b93e-5372edf8fa25" providerId="ADAL" clId="{C35EC510-4D6E-493B-B342-64CCA89916A0}" dt="2021-09-08T17:48:09.600" v="127" actId="20577"/>
        <pc:sldMkLst>
          <pc:docMk/>
          <pc:sldMk cId="0" sldId="257"/>
        </pc:sldMkLst>
        <pc:spChg chg="mod">
          <ac:chgData name="Annick, MONTFORT" userId="30cfbfd6-42da-4f48-b93e-5372edf8fa25" providerId="ADAL" clId="{C35EC510-4D6E-493B-B342-64CCA89916A0}" dt="2021-09-08T17:47:10.687" v="30" actId="20577"/>
          <ac:spMkLst>
            <pc:docMk/>
            <pc:sldMk cId="0" sldId="257"/>
            <ac:spMk id="2" creationId="{3B81A924-1D68-47D8-A76D-3A08D231A8EC}"/>
          </ac:spMkLst>
        </pc:spChg>
        <pc:spChg chg="mod">
          <ac:chgData name="Annick, MONTFORT" userId="30cfbfd6-42da-4f48-b93e-5372edf8fa25" providerId="ADAL" clId="{C35EC510-4D6E-493B-B342-64CCA89916A0}" dt="2021-09-08T17:48:09.600" v="127" actId="20577"/>
          <ac:spMkLst>
            <pc:docMk/>
            <pc:sldMk cId="0" sldId="257"/>
            <ac:spMk id="3" creationId="{1DF2D3DA-5DD1-4CA6-84E7-23A2C9CE9266}"/>
          </ac:spMkLst>
        </pc:spChg>
      </pc:sldChg>
      <pc:sldChg chg="addSp delSp modSp mod">
        <pc:chgData name="Annick, MONTFORT" userId="30cfbfd6-42da-4f48-b93e-5372edf8fa25" providerId="ADAL" clId="{C35EC510-4D6E-493B-B342-64CCA89916A0}" dt="2021-09-08T17:50:07.071" v="256" actId="20577"/>
        <pc:sldMkLst>
          <pc:docMk/>
          <pc:sldMk cId="0" sldId="258"/>
        </pc:sldMkLst>
        <pc:spChg chg="mod">
          <ac:chgData name="Annick, MONTFORT" userId="30cfbfd6-42da-4f48-b93e-5372edf8fa25" providerId="ADAL" clId="{C35EC510-4D6E-493B-B342-64CCA89916A0}" dt="2021-09-08T17:48:19.394" v="130" actId="20577"/>
          <ac:spMkLst>
            <pc:docMk/>
            <pc:sldMk cId="0" sldId="258"/>
            <ac:spMk id="2" creationId="{44732E70-1392-4E3E-82F0-6BD389E4E4D8}"/>
          </ac:spMkLst>
        </pc:spChg>
        <pc:spChg chg="del mod">
          <ac:chgData name="Annick, MONTFORT" userId="30cfbfd6-42da-4f48-b93e-5372edf8fa25" providerId="ADAL" clId="{C35EC510-4D6E-493B-B342-64CCA89916A0}" dt="2021-09-08T17:48:54.577" v="153" actId="478"/>
          <ac:spMkLst>
            <pc:docMk/>
            <pc:sldMk cId="0" sldId="258"/>
            <ac:spMk id="3" creationId="{A0BE278A-222E-4AD1-B520-9686D08CA5E1}"/>
          </ac:spMkLst>
        </pc:spChg>
        <pc:spChg chg="add mod">
          <ac:chgData name="Annick, MONTFORT" userId="30cfbfd6-42da-4f48-b93e-5372edf8fa25" providerId="ADAL" clId="{C35EC510-4D6E-493B-B342-64CCA89916A0}" dt="2021-09-08T17:50:07.071" v="256" actId="20577"/>
          <ac:spMkLst>
            <pc:docMk/>
            <pc:sldMk cId="0" sldId="258"/>
            <ac:spMk id="5" creationId="{8D710295-832B-4E56-B5DD-35974EB8BE2E}"/>
          </ac:spMkLst>
        </pc:spChg>
      </pc:sldChg>
      <pc:sldChg chg="del">
        <pc:chgData name="Annick, MONTFORT" userId="30cfbfd6-42da-4f48-b93e-5372edf8fa25" providerId="ADAL" clId="{C35EC510-4D6E-493B-B342-64CCA89916A0}" dt="2021-09-08T17:51:55.780" v="410" actId="47"/>
        <pc:sldMkLst>
          <pc:docMk/>
          <pc:sldMk cId="3578318659" sldId="279"/>
        </pc:sldMkLst>
      </pc:sldChg>
      <pc:sldChg chg="del">
        <pc:chgData name="Annick, MONTFORT" userId="30cfbfd6-42da-4f48-b93e-5372edf8fa25" providerId="ADAL" clId="{C35EC510-4D6E-493B-B342-64CCA89916A0}" dt="2021-09-08T17:51:55.780" v="410" actId="47"/>
        <pc:sldMkLst>
          <pc:docMk/>
          <pc:sldMk cId="1805072401" sldId="286"/>
        </pc:sldMkLst>
      </pc:sldChg>
      <pc:sldChg chg="modSp del mod">
        <pc:chgData name="Annick, MONTFORT" userId="30cfbfd6-42da-4f48-b93e-5372edf8fa25" providerId="ADAL" clId="{C35EC510-4D6E-493B-B342-64CCA89916A0}" dt="2021-09-08T17:51:55.780" v="410" actId="47"/>
        <pc:sldMkLst>
          <pc:docMk/>
          <pc:sldMk cId="1083958860" sldId="297"/>
        </pc:sldMkLst>
        <pc:spChg chg="mod">
          <ac:chgData name="Annick, MONTFORT" userId="30cfbfd6-42da-4f48-b93e-5372edf8fa25" providerId="ADAL" clId="{C35EC510-4D6E-493B-B342-64CCA89916A0}" dt="2021-09-08T17:49:14.686" v="181" actId="20577"/>
          <ac:spMkLst>
            <pc:docMk/>
            <pc:sldMk cId="1083958860" sldId="297"/>
            <ac:spMk id="2" creationId="{5AAF39BE-7BA4-48E5-ACCA-01D7ECB9839A}"/>
          </ac:spMkLst>
        </pc:spChg>
      </pc:sldChg>
      <pc:sldChg chg="del">
        <pc:chgData name="Annick, MONTFORT" userId="30cfbfd6-42da-4f48-b93e-5372edf8fa25" providerId="ADAL" clId="{C35EC510-4D6E-493B-B342-64CCA89916A0}" dt="2021-09-08T17:51:55.780" v="410" actId="47"/>
        <pc:sldMkLst>
          <pc:docMk/>
          <pc:sldMk cId="114964421" sldId="298"/>
        </pc:sldMkLst>
      </pc:sldChg>
      <pc:sldChg chg="del">
        <pc:chgData name="Annick, MONTFORT" userId="30cfbfd6-42da-4f48-b93e-5372edf8fa25" providerId="ADAL" clId="{C35EC510-4D6E-493B-B342-64CCA89916A0}" dt="2021-09-08T17:51:55.780" v="410" actId="47"/>
        <pc:sldMkLst>
          <pc:docMk/>
          <pc:sldMk cId="2000100735" sldId="299"/>
        </pc:sldMkLst>
      </pc:sldChg>
      <pc:sldChg chg="del">
        <pc:chgData name="Annick, MONTFORT" userId="30cfbfd6-42da-4f48-b93e-5372edf8fa25" providerId="ADAL" clId="{C35EC510-4D6E-493B-B342-64CCA89916A0}" dt="2021-09-08T17:51:55.780" v="410" actId="47"/>
        <pc:sldMkLst>
          <pc:docMk/>
          <pc:sldMk cId="2100945745" sldId="300"/>
        </pc:sldMkLst>
      </pc:sldChg>
      <pc:sldChg chg="del">
        <pc:chgData name="Annick, MONTFORT" userId="30cfbfd6-42da-4f48-b93e-5372edf8fa25" providerId="ADAL" clId="{C35EC510-4D6E-493B-B342-64CCA89916A0}" dt="2021-09-08T17:51:55.780" v="410" actId="47"/>
        <pc:sldMkLst>
          <pc:docMk/>
          <pc:sldMk cId="3814483769" sldId="301"/>
        </pc:sldMkLst>
      </pc:sldChg>
      <pc:sldChg chg="modSp add mod">
        <pc:chgData name="Annick, MONTFORT" userId="30cfbfd6-42da-4f48-b93e-5372edf8fa25" providerId="ADAL" clId="{C35EC510-4D6E-493B-B342-64CCA89916A0}" dt="2021-09-08T17:51:48.505" v="409" actId="1076"/>
        <pc:sldMkLst>
          <pc:docMk/>
          <pc:sldMk cId="1868312666" sldId="302"/>
        </pc:sldMkLst>
        <pc:spChg chg="mod">
          <ac:chgData name="Annick, MONTFORT" userId="30cfbfd6-42da-4f48-b93e-5372edf8fa25" providerId="ADAL" clId="{C35EC510-4D6E-493B-B342-64CCA89916A0}" dt="2021-09-08T17:49:36.227" v="190" actId="20577"/>
          <ac:spMkLst>
            <pc:docMk/>
            <pc:sldMk cId="1868312666" sldId="302"/>
            <ac:spMk id="2" creationId="{44732E70-1392-4E3E-82F0-6BD389E4E4D8}"/>
          </ac:spMkLst>
        </pc:spChg>
        <pc:spChg chg="mod">
          <ac:chgData name="Annick, MONTFORT" userId="30cfbfd6-42da-4f48-b93e-5372edf8fa25" providerId="ADAL" clId="{C35EC510-4D6E-493B-B342-64CCA89916A0}" dt="2021-09-08T17:51:48.505" v="409" actId="1076"/>
          <ac:spMkLst>
            <pc:docMk/>
            <pc:sldMk cId="1868312666" sldId="302"/>
            <ac:spMk id="5" creationId="{8D710295-832B-4E56-B5DD-35974EB8BE2E}"/>
          </ac:spMkLst>
        </pc:spChg>
      </pc:sldChg>
      <pc:sldChg chg="addSp delSp modSp new mod">
        <pc:chgData name="Annick, MONTFORT" userId="30cfbfd6-42da-4f48-b93e-5372edf8fa25" providerId="ADAL" clId="{C35EC510-4D6E-493B-B342-64CCA89916A0}" dt="2021-09-08T17:56:00.724" v="459" actId="1076"/>
        <pc:sldMkLst>
          <pc:docMk/>
          <pc:sldMk cId="1165567774" sldId="303"/>
        </pc:sldMkLst>
        <pc:spChg chg="mod">
          <ac:chgData name="Annick, MONTFORT" userId="30cfbfd6-42da-4f48-b93e-5372edf8fa25" providerId="ADAL" clId="{C35EC510-4D6E-493B-B342-64CCA89916A0}" dt="2021-09-08T17:53:05.567" v="418" actId="20577"/>
          <ac:spMkLst>
            <pc:docMk/>
            <pc:sldMk cId="1165567774" sldId="303"/>
            <ac:spMk id="2" creationId="{3C9D01CB-0DCC-43B2-A430-D7F98B9EC747}"/>
          </ac:spMkLst>
        </pc:spChg>
        <pc:spChg chg="add del">
          <ac:chgData name="Annick, MONTFORT" userId="30cfbfd6-42da-4f48-b93e-5372edf8fa25" providerId="ADAL" clId="{C35EC510-4D6E-493B-B342-64CCA89916A0}" dt="2021-09-08T17:54:33.343" v="437" actId="22"/>
          <ac:spMkLst>
            <pc:docMk/>
            <pc:sldMk cId="1165567774" sldId="303"/>
            <ac:spMk id="6" creationId="{0846A3F0-76DA-48C1-90F3-C9ED862DE665}"/>
          </ac:spMkLst>
        </pc:spChg>
        <pc:graphicFrameChg chg="add del mod">
          <ac:chgData name="Annick, MONTFORT" userId="30cfbfd6-42da-4f48-b93e-5372edf8fa25" providerId="ADAL" clId="{C35EC510-4D6E-493B-B342-64CCA89916A0}" dt="2021-09-08T17:53:46.724" v="422" actId="3680"/>
          <ac:graphicFrameMkLst>
            <pc:docMk/>
            <pc:sldMk cId="1165567774" sldId="303"/>
            <ac:graphicFrameMk id="3" creationId="{F2C1FB57-729F-4B9B-A01B-DB12C2052A4C}"/>
          </ac:graphicFrameMkLst>
        </pc:graphicFrameChg>
        <pc:graphicFrameChg chg="add mod modGraphic">
          <ac:chgData name="Annick, MONTFORT" userId="30cfbfd6-42da-4f48-b93e-5372edf8fa25" providerId="ADAL" clId="{C35EC510-4D6E-493B-B342-64CCA89916A0}" dt="2021-09-08T17:54:21.776" v="435" actId="20577"/>
          <ac:graphicFrameMkLst>
            <pc:docMk/>
            <pc:sldMk cId="1165567774" sldId="303"/>
            <ac:graphicFrameMk id="4" creationId="{83BDFE0E-CC61-41E0-BA3C-CBA1311613F7}"/>
          </ac:graphicFrameMkLst>
        </pc:graphicFrameChg>
        <pc:graphicFrameChg chg="add mod modGraphic">
          <ac:chgData name="Annick, MONTFORT" userId="30cfbfd6-42da-4f48-b93e-5372edf8fa25" providerId="ADAL" clId="{C35EC510-4D6E-493B-B342-64CCA89916A0}" dt="2021-09-08T17:55:19.053" v="449" actId="20577"/>
          <ac:graphicFrameMkLst>
            <pc:docMk/>
            <pc:sldMk cId="1165567774" sldId="303"/>
            <ac:graphicFrameMk id="7" creationId="{F8A61E40-F116-4005-B165-E590C382C6A4}"/>
          </ac:graphicFrameMkLst>
        </pc:graphicFrameChg>
        <pc:graphicFrameChg chg="add mod modGraphic">
          <ac:chgData name="Annick, MONTFORT" userId="30cfbfd6-42da-4f48-b93e-5372edf8fa25" providerId="ADAL" clId="{C35EC510-4D6E-493B-B342-64CCA89916A0}" dt="2021-09-08T17:55:25.303" v="453" actId="20577"/>
          <ac:graphicFrameMkLst>
            <pc:docMk/>
            <pc:sldMk cId="1165567774" sldId="303"/>
            <ac:graphicFrameMk id="8" creationId="{61F8D317-BB4C-420F-889B-8CD5B246835D}"/>
          </ac:graphicFrameMkLst>
        </pc:graphicFrameChg>
        <pc:graphicFrameChg chg="add mod modGraphic">
          <ac:chgData name="Annick, MONTFORT" userId="30cfbfd6-42da-4f48-b93e-5372edf8fa25" providerId="ADAL" clId="{C35EC510-4D6E-493B-B342-64CCA89916A0}" dt="2021-09-08T17:55:22.325" v="451" actId="20577"/>
          <ac:graphicFrameMkLst>
            <pc:docMk/>
            <pc:sldMk cId="1165567774" sldId="303"/>
            <ac:graphicFrameMk id="9" creationId="{D3A53D18-B154-4CDA-9E3D-48FB7747DE68}"/>
          </ac:graphicFrameMkLst>
        </pc:graphicFrameChg>
        <pc:graphicFrameChg chg="add mod modGraphic">
          <ac:chgData name="Annick, MONTFORT" userId="30cfbfd6-42da-4f48-b93e-5372edf8fa25" providerId="ADAL" clId="{C35EC510-4D6E-493B-B342-64CCA89916A0}" dt="2021-09-08T17:56:00.724" v="459" actId="1076"/>
          <ac:graphicFrameMkLst>
            <pc:docMk/>
            <pc:sldMk cId="1165567774" sldId="303"/>
            <ac:graphicFrameMk id="10" creationId="{442F98D6-67AD-4711-B566-840613656AE9}"/>
          </ac:graphicFrameMkLst>
        </pc:graphicFrameChg>
        <pc:graphicFrameChg chg="add mod modGraphic">
          <ac:chgData name="Annick, MONTFORT" userId="30cfbfd6-42da-4f48-b93e-5372edf8fa25" providerId="ADAL" clId="{C35EC510-4D6E-493B-B342-64CCA89916A0}" dt="2021-09-08T17:55:41.146" v="456" actId="20577"/>
          <ac:graphicFrameMkLst>
            <pc:docMk/>
            <pc:sldMk cId="1165567774" sldId="303"/>
            <ac:graphicFrameMk id="11" creationId="{83CF1CDB-20E5-4539-B6BE-CD80BF79810F}"/>
          </ac:graphicFrameMkLst>
        </pc:graphicFrameChg>
      </pc:sldChg>
    </pc:docChg>
  </pc:docChgLst>
  <pc:docChgLst>
    <pc:chgData name="Annick MONTFORT" userId="30cfbfd6-42da-4f48-b93e-5372edf8fa25" providerId="ADAL" clId="{DAACAF78-904B-4A5C-973C-BC60E5A4C4E4}"/>
    <pc:docChg chg="modSld">
      <pc:chgData name="Annick MONTFORT" userId="30cfbfd6-42da-4f48-b93e-5372edf8fa25" providerId="ADAL" clId="{DAACAF78-904B-4A5C-973C-BC60E5A4C4E4}" dt="2024-09-02T19:28:26.137" v="13" actId="6549"/>
      <pc:docMkLst>
        <pc:docMk/>
      </pc:docMkLst>
      <pc:sldChg chg="modSp mod">
        <pc:chgData name="Annick MONTFORT" userId="30cfbfd6-42da-4f48-b93e-5372edf8fa25" providerId="ADAL" clId="{DAACAF78-904B-4A5C-973C-BC60E5A4C4E4}" dt="2024-09-02T19:28:26.137" v="13" actId="6549"/>
        <pc:sldMkLst>
          <pc:docMk/>
          <pc:sldMk cId="1165567774" sldId="303"/>
        </pc:sldMkLst>
        <pc:graphicFrameChg chg="modGraphic">
          <ac:chgData name="Annick MONTFORT" userId="30cfbfd6-42da-4f48-b93e-5372edf8fa25" providerId="ADAL" clId="{DAACAF78-904B-4A5C-973C-BC60E5A4C4E4}" dt="2024-09-02T19:28:21.087" v="9" actId="6549"/>
          <ac:graphicFrameMkLst>
            <pc:docMk/>
            <pc:sldMk cId="1165567774" sldId="303"/>
            <ac:graphicFrameMk id="3" creationId="{00000000-0000-0000-0000-000000000000}"/>
          </ac:graphicFrameMkLst>
        </pc:graphicFrameChg>
        <pc:graphicFrameChg chg="modGraphic">
          <ac:chgData name="Annick MONTFORT" userId="30cfbfd6-42da-4f48-b93e-5372edf8fa25" providerId="ADAL" clId="{DAACAF78-904B-4A5C-973C-BC60E5A4C4E4}" dt="2024-09-02T19:28:11.645" v="1" actId="6549"/>
          <ac:graphicFrameMkLst>
            <pc:docMk/>
            <pc:sldMk cId="1165567774" sldId="303"/>
            <ac:graphicFrameMk id="4" creationId="{83BDFE0E-CC61-41E0-BA3C-CBA1311613F7}"/>
          </ac:graphicFrameMkLst>
        </pc:graphicFrameChg>
        <pc:graphicFrameChg chg="modGraphic">
          <ac:chgData name="Annick MONTFORT" userId="30cfbfd6-42da-4f48-b93e-5372edf8fa25" providerId="ADAL" clId="{DAACAF78-904B-4A5C-973C-BC60E5A4C4E4}" dt="2024-09-02T19:28:26.137" v="13" actId="6549"/>
          <ac:graphicFrameMkLst>
            <pc:docMk/>
            <pc:sldMk cId="1165567774" sldId="303"/>
            <ac:graphicFrameMk id="7" creationId="{F8A61E40-F116-4005-B165-E590C382C6A4}"/>
          </ac:graphicFrameMkLst>
        </pc:graphicFrameChg>
        <pc:graphicFrameChg chg="modGraphic">
          <ac:chgData name="Annick MONTFORT" userId="30cfbfd6-42da-4f48-b93e-5372edf8fa25" providerId="ADAL" clId="{DAACAF78-904B-4A5C-973C-BC60E5A4C4E4}" dt="2024-09-02T19:28:23.857" v="11" actId="6549"/>
          <ac:graphicFrameMkLst>
            <pc:docMk/>
            <pc:sldMk cId="1165567774" sldId="303"/>
            <ac:graphicFrameMk id="8" creationId="{61F8D317-BB4C-420F-889B-8CD5B246835D}"/>
          </ac:graphicFrameMkLst>
        </pc:graphicFrameChg>
        <pc:graphicFrameChg chg="modGraphic">
          <ac:chgData name="Annick MONTFORT" userId="30cfbfd6-42da-4f48-b93e-5372edf8fa25" providerId="ADAL" clId="{DAACAF78-904B-4A5C-973C-BC60E5A4C4E4}" dt="2024-09-02T19:28:13.713" v="3" actId="6549"/>
          <ac:graphicFrameMkLst>
            <pc:docMk/>
            <pc:sldMk cId="1165567774" sldId="303"/>
            <ac:graphicFrameMk id="9" creationId="{D3A53D18-B154-4CDA-9E3D-48FB7747DE68}"/>
          </ac:graphicFrameMkLst>
        </pc:graphicFrameChg>
        <pc:graphicFrameChg chg="modGraphic">
          <ac:chgData name="Annick MONTFORT" userId="30cfbfd6-42da-4f48-b93e-5372edf8fa25" providerId="ADAL" clId="{DAACAF78-904B-4A5C-973C-BC60E5A4C4E4}" dt="2024-09-02T19:28:18.796" v="7" actId="6549"/>
          <ac:graphicFrameMkLst>
            <pc:docMk/>
            <pc:sldMk cId="1165567774" sldId="303"/>
            <ac:graphicFrameMk id="10" creationId="{442F98D6-67AD-4711-B566-840613656AE9}"/>
          </ac:graphicFrameMkLst>
        </pc:graphicFrameChg>
        <pc:graphicFrameChg chg="modGraphic">
          <ac:chgData name="Annick MONTFORT" userId="30cfbfd6-42da-4f48-b93e-5372edf8fa25" providerId="ADAL" clId="{DAACAF78-904B-4A5C-973C-BC60E5A4C4E4}" dt="2024-09-02T19:28:16.436" v="5" actId="6549"/>
          <ac:graphicFrameMkLst>
            <pc:docMk/>
            <pc:sldMk cId="1165567774" sldId="303"/>
            <ac:graphicFrameMk id="11" creationId="{83CF1CDB-20E5-4539-B6BE-CD80BF79810F}"/>
          </ac:graphicFrameMkLst>
        </pc:graphicFrameChg>
      </pc:sldChg>
    </pc:docChg>
  </pc:docChgLst>
  <pc:docChgLst>
    <pc:chgData name="Annick MONTFORT" userId="30cfbfd6-42da-4f48-b93e-5372edf8fa25" providerId="ADAL" clId="{5381A099-B69C-4A7D-9A19-5EF6F9819420}"/>
    <pc:docChg chg="custSel modSld">
      <pc:chgData name="Annick MONTFORT" userId="30cfbfd6-42da-4f48-b93e-5372edf8fa25" providerId="ADAL" clId="{5381A099-B69C-4A7D-9A19-5EF6F9819420}" dt="2026-09-22T08:38:47.092" v="69" actId="20577"/>
      <pc:docMkLst>
        <pc:docMk/>
      </pc:docMkLst>
      <pc:sldChg chg="modSp mod">
        <pc:chgData name="Annick MONTFORT" userId="30cfbfd6-42da-4f48-b93e-5372edf8fa25" providerId="ADAL" clId="{5381A099-B69C-4A7D-9A19-5EF6F9819420}" dt="2026-09-22T08:38:47.092" v="69" actId="20577"/>
        <pc:sldMkLst>
          <pc:docMk/>
          <pc:sldMk cId="1165567774" sldId="303"/>
        </pc:sldMkLst>
        <pc:graphicFrameChg chg="modGraphic">
          <ac:chgData name="Annick MONTFORT" userId="30cfbfd6-42da-4f48-b93e-5372edf8fa25" providerId="ADAL" clId="{5381A099-B69C-4A7D-9A19-5EF6F9819420}" dt="2026-09-22T08:37:21.528" v="5" actId="6549"/>
          <ac:graphicFrameMkLst>
            <pc:docMk/>
            <pc:sldMk cId="1165567774" sldId="303"/>
            <ac:graphicFrameMk id="4" creationId="{83BDFE0E-CC61-41E0-BA3C-CBA1311613F7}"/>
          </ac:graphicFrameMkLst>
        </pc:graphicFrameChg>
        <pc:graphicFrameChg chg="modGraphic">
          <ac:chgData name="Annick MONTFORT" userId="30cfbfd6-42da-4f48-b93e-5372edf8fa25" providerId="ADAL" clId="{5381A099-B69C-4A7D-9A19-5EF6F9819420}" dt="2026-09-22T08:38:04.454" v="45" actId="20577"/>
          <ac:graphicFrameMkLst>
            <pc:docMk/>
            <pc:sldMk cId="1165567774" sldId="303"/>
            <ac:graphicFrameMk id="7" creationId="{F8A61E40-F116-4005-B165-E590C382C6A4}"/>
          </ac:graphicFrameMkLst>
        </pc:graphicFrameChg>
        <pc:graphicFrameChg chg="modGraphic">
          <ac:chgData name="Annick MONTFORT" userId="30cfbfd6-42da-4f48-b93e-5372edf8fa25" providerId="ADAL" clId="{5381A099-B69C-4A7D-9A19-5EF6F9819420}" dt="2026-09-22T08:38:15.453" v="58" actId="20577"/>
          <ac:graphicFrameMkLst>
            <pc:docMk/>
            <pc:sldMk cId="1165567774" sldId="303"/>
            <ac:graphicFrameMk id="8" creationId="{61F8D317-BB4C-420F-889B-8CD5B246835D}"/>
          </ac:graphicFrameMkLst>
        </pc:graphicFrameChg>
        <pc:graphicFrameChg chg="modGraphic">
          <ac:chgData name="Annick MONTFORT" userId="30cfbfd6-42da-4f48-b93e-5372edf8fa25" providerId="ADAL" clId="{5381A099-B69C-4A7D-9A19-5EF6F9819420}" dt="2026-09-22T08:37:36.758" v="17" actId="20577"/>
          <ac:graphicFrameMkLst>
            <pc:docMk/>
            <pc:sldMk cId="1165567774" sldId="303"/>
            <ac:graphicFrameMk id="9" creationId="{D3A53D18-B154-4CDA-9E3D-48FB7747DE68}"/>
          </ac:graphicFrameMkLst>
        </pc:graphicFrameChg>
        <pc:graphicFrameChg chg="modGraphic">
          <ac:chgData name="Annick MONTFORT" userId="30cfbfd6-42da-4f48-b93e-5372edf8fa25" providerId="ADAL" clId="{5381A099-B69C-4A7D-9A19-5EF6F9819420}" dt="2026-09-22T08:38:47.092" v="69" actId="20577"/>
          <ac:graphicFrameMkLst>
            <pc:docMk/>
            <pc:sldMk cId="1165567774" sldId="303"/>
            <ac:graphicFrameMk id="10" creationId="{442F98D6-67AD-4711-B566-840613656AE9}"/>
          </ac:graphicFrameMkLst>
        </pc:graphicFrameChg>
        <pc:graphicFrameChg chg="modGraphic">
          <ac:chgData name="Annick MONTFORT" userId="30cfbfd6-42da-4f48-b93e-5372edf8fa25" providerId="ADAL" clId="{5381A099-B69C-4A7D-9A19-5EF6F9819420}" dt="2026-09-22T08:37:51.126" v="33" actId="20577"/>
          <ac:graphicFrameMkLst>
            <pc:docMk/>
            <pc:sldMk cId="1165567774" sldId="303"/>
            <ac:graphicFrameMk id="11" creationId="{83CF1CDB-20E5-4539-B6BE-CD80BF79810F}"/>
          </ac:graphicFrameMkLst>
        </pc:graphicFrameChg>
      </pc:sldChg>
    </pc:docChg>
  </pc:docChgLst>
  <pc:docChgLst>
    <pc:chgData name="Annick MONTFORT" userId="30cfbfd6-42da-4f48-b93e-5372edf8fa25" providerId="ADAL" clId="{346A158B-95ED-4E08-80D5-D94996DB947B}"/>
    <pc:docChg chg="undo custSel modSld">
      <pc:chgData name="Annick MONTFORT" userId="30cfbfd6-42da-4f48-b93e-5372edf8fa25" providerId="ADAL" clId="{346A158B-95ED-4E08-80D5-D94996DB947B}" dt="2024-09-05T10:03:15.550" v="103" actId="20577"/>
      <pc:docMkLst>
        <pc:docMk/>
      </pc:docMkLst>
      <pc:sldChg chg="modSp mod">
        <pc:chgData name="Annick MONTFORT" userId="30cfbfd6-42da-4f48-b93e-5372edf8fa25" providerId="ADAL" clId="{346A158B-95ED-4E08-80D5-D94996DB947B}" dt="2024-09-05T10:03:15.550" v="103" actId="20577"/>
        <pc:sldMkLst>
          <pc:docMk/>
          <pc:sldMk cId="1165567774" sldId="303"/>
        </pc:sldMkLst>
        <pc:graphicFrameChg chg="mod modGraphic">
          <ac:chgData name="Annick MONTFORT" userId="30cfbfd6-42da-4f48-b93e-5372edf8fa25" providerId="ADAL" clId="{346A158B-95ED-4E08-80D5-D94996DB947B}" dt="2024-09-05T10:03:15.550" v="103" actId="20577"/>
          <ac:graphicFrameMkLst>
            <pc:docMk/>
            <pc:sldMk cId="1165567774" sldId="303"/>
            <ac:graphicFrameMk id="3" creationId="{00000000-0000-0000-0000-000000000000}"/>
          </ac:graphicFrameMkLst>
        </pc:graphicFrameChg>
        <pc:graphicFrameChg chg="modGraphic">
          <ac:chgData name="Annick MONTFORT" userId="30cfbfd6-42da-4f48-b93e-5372edf8fa25" providerId="ADAL" clId="{346A158B-95ED-4E08-80D5-D94996DB947B}" dt="2024-09-05T10:01:20.335" v="61" actId="20577"/>
          <ac:graphicFrameMkLst>
            <pc:docMk/>
            <pc:sldMk cId="1165567774" sldId="303"/>
            <ac:graphicFrameMk id="4" creationId="{83BDFE0E-CC61-41E0-BA3C-CBA1311613F7}"/>
          </ac:graphicFrameMkLst>
        </pc:graphicFrameChg>
        <pc:graphicFrameChg chg="modGraphic">
          <ac:chgData name="Annick MONTFORT" userId="30cfbfd6-42da-4f48-b93e-5372edf8fa25" providerId="ADAL" clId="{346A158B-95ED-4E08-80D5-D94996DB947B}" dt="2024-09-05T10:00:03.812" v="42" actId="20577"/>
          <ac:graphicFrameMkLst>
            <pc:docMk/>
            <pc:sldMk cId="1165567774" sldId="303"/>
            <ac:graphicFrameMk id="7" creationId="{F8A61E40-F116-4005-B165-E590C382C6A4}"/>
          </ac:graphicFrameMkLst>
        </pc:graphicFrameChg>
        <pc:graphicFrameChg chg="mod modGraphic">
          <ac:chgData name="Annick MONTFORT" userId="30cfbfd6-42da-4f48-b93e-5372edf8fa25" providerId="ADAL" clId="{346A158B-95ED-4E08-80D5-D94996DB947B}" dt="2024-09-05T10:01:43.184" v="68"/>
          <ac:graphicFrameMkLst>
            <pc:docMk/>
            <pc:sldMk cId="1165567774" sldId="303"/>
            <ac:graphicFrameMk id="8" creationId="{61F8D317-BB4C-420F-889B-8CD5B246835D}"/>
          </ac:graphicFrameMkLst>
        </pc:graphicFrameChg>
        <pc:graphicFrameChg chg="mod modGraphic">
          <ac:chgData name="Annick MONTFORT" userId="30cfbfd6-42da-4f48-b93e-5372edf8fa25" providerId="ADAL" clId="{346A158B-95ED-4E08-80D5-D94996DB947B}" dt="2024-09-05T10:03:02.923" v="95" actId="20577"/>
          <ac:graphicFrameMkLst>
            <pc:docMk/>
            <pc:sldMk cId="1165567774" sldId="303"/>
            <ac:graphicFrameMk id="9" creationId="{D3A53D18-B154-4CDA-9E3D-48FB7747DE68}"/>
          </ac:graphicFrameMkLst>
        </pc:graphicFrameChg>
        <pc:graphicFrameChg chg="modGraphic">
          <ac:chgData name="Annick MONTFORT" userId="30cfbfd6-42da-4f48-b93e-5372edf8fa25" providerId="ADAL" clId="{346A158B-95ED-4E08-80D5-D94996DB947B}" dt="2024-09-05T10:02:49.673" v="89" actId="20577"/>
          <ac:graphicFrameMkLst>
            <pc:docMk/>
            <pc:sldMk cId="1165567774" sldId="303"/>
            <ac:graphicFrameMk id="10" creationId="{442F98D6-67AD-4711-B566-840613656AE9}"/>
          </ac:graphicFrameMkLst>
        </pc:graphicFrameChg>
        <pc:graphicFrameChg chg="modGraphic">
          <ac:chgData name="Annick MONTFORT" userId="30cfbfd6-42da-4f48-b93e-5372edf8fa25" providerId="ADAL" clId="{346A158B-95ED-4E08-80D5-D94996DB947B}" dt="2024-09-05T09:59:38.760" v="30" actId="20577"/>
          <ac:graphicFrameMkLst>
            <pc:docMk/>
            <pc:sldMk cId="1165567774" sldId="303"/>
            <ac:graphicFrameMk id="11" creationId="{83CF1CDB-20E5-4539-B6BE-CD80BF79810F}"/>
          </ac:graphicFrameMkLst>
        </pc:graphicFrameChg>
      </pc:sldChg>
    </pc:docChg>
  </pc:docChgLst>
  <pc:docChgLst>
    <pc:chgData name="Annick, MONTFORT" userId="S::amontfort@estran-brest.education::30cfbfd6-42da-4f48-b93e-5372edf8fa25" providerId="AD" clId="Web-{31FCA1D0-11A4-92AC-D11A-9052ADA02F67}"/>
    <pc:docChg chg="modSld">
      <pc:chgData name="Annick, MONTFORT" userId="S::amontfort@estran-brest.education::30cfbfd6-42da-4f48-b93e-5372edf8fa25" providerId="AD" clId="Web-{31FCA1D0-11A4-92AC-D11A-9052ADA02F67}" dt="2021-09-10T06:07:48.566" v="81"/>
      <pc:docMkLst>
        <pc:docMk/>
      </pc:docMkLst>
      <pc:sldChg chg="modSp">
        <pc:chgData name="Annick, MONTFORT" userId="S::amontfort@estran-brest.education::30cfbfd6-42da-4f48-b93e-5372edf8fa25" providerId="AD" clId="Web-{31FCA1D0-11A4-92AC-D11A-9052ADA02F67}" dt="2021-09-10T06:07:48.566" v="81"/>
        <pc:sldMkLst>
          <pc:docMk/>
          <pc:sldMk cId="1165567774" sldId="303"/>
        </pc:sldMkLst>
        <pc:graphicFrameChg chg="mod modGraphic">
          <ac:chgData name="Annick, MONTFORT" userId="S::amontfort@estran-brest.education::30cfbfd6-42da-4f48-b93e-5372edf8fa25" providerId="AD" clId="Web-{31FCA1D0-11A4-92AC-D11A-9052ADA02F67}" dt="2021-09-10T06:06:38.002" v="21"/>
          <ac:graphicFrameMkLst>
            <pc:docMk/>
            <pc:sldMk cId="1165567774" sldId="303"/>
            <ac:graphicFrameMk id="4" creationId="{83BDFE0E-CC61-41E0-BA3C-CBA1311613F7}"/>
          </ac:graphicFrameMkLst>
        </pc:graphicFrameChg>
        <pc:graphicFrameChg chg="mod modGraphic">
          <ac:chgData name="Annick, MONTFORT" userId="S::amontfort@estran-brest.education::30cfbfd6-42da-4f48-b93e-5372edf8fa25" providerId="AD" clId="Web-{31FCA1D0-11A4-92AC-D11A-9052ADA02F67}" dt="2021-09-10T06:07:18.143" v="49"/>
          <ac:graphicFrameMkLst>
            <pc:docMk/>
            <pc:sldMk cId="1165567774" sldId="303"/>
            <ac:graphicFrameMk id="7" creationId="{F8A61E40-F116-4005-B165-E590C382C6A4}"/>
          </ac:graphicFrameMkLst>
        </pc:graphicFrameChg>
        <pc:graphicFrameChg chg="mod modGraphic">
          <ac:chgData name="Annick, MONTFORT" userId="S::amontfort@estran-brest.education::30cfbfd6-42da-4f48-b93e-5372edf8fa25" providerId="AD" clId="Web-{31FCA1D0-11A4-92AC-D11A-9052ADA02F67}" dt="2021-09-10T06:07:26.456" v="63"/>
          <ac:graphicFrameMkLst>
            <pc:docMk/>
            <pc:sldMk cId="1165567774" sldId="303"/>
            <ac:graphicFrameMk id="8" creationId="{61F8D317-BB4C-420F-889B-8CD5B246835D}"/>
          </ac:graphicFrameMkLst>
        </pc:graphicFrameChg>
        <pc:graphicFrameChg chg="mod modGraphic">
          <ac:chgData name="Annick, MONTFORT" userId="S::amontfort@estran-brest.education::30cfbfd6-42da-4f48-b93e-5372edf8fa25" providerId="AD" clId="Web-{31FCA1D0-11A4-92AC-D11A-9052ADA02F67}" dt="2021-09-10T06:06:48.908" v="31"/>
          <ac:graphicFrameMkLst>
            <pc:docMk/>
            <pc:sldMk cId="1165567774" sldId="303"/>
            <ac:graphicFrameMk id="9" creationId="{D3A53D18-B154-4CDA-9E3D-48FB7747DE68}"/>
          </ac:graphicFrameMkLst>
        </pc:graphicFrameChg>
        <pc:graphicFrameChg chg="mod modGraphic">
          <ac:chgData name="Annick, MONTFORT" userId="S::amontfort@estran-brest.education::30cfbfd6-42da-4f48-b93e-5372edf8fa25" providerId="AD" clId="Web-{31FCA1D0-11A4-92AC-D11A-9052ADA02F67}" dt="2021-09-10T06:07:48.566" v="81"/>
          <ac:graphicFrameMkLst>
            <pc:docMk/>
            <pc:sldMk cId="1165567774" sldId="303"/>
            <ac:graphicFrameMk id="10" creationId="{442F98D6-67AD-4711-B566-840613656AE9}"/>
          </ac:graphicFrameMkLst>
        </pc:graphicFrameChg>
        <pc:graphicFrameChg chg="mod modGraphic">
          <ac:chgData name="Annick, MONTFORT" userId="S::amontfort@estran-brest.education::30cfbfd6-42da-4f48-b93e-5372edf8fa25" providerId="AD" clId="Web-{31FCA1D0-11A4-92AC-D11A-9052ADA02F67}" dt="2021-09-10T06:06:58.612" v="45"/>
          <ac:graphicFrameMkLst>
            <pc:docMk/>
            <pc:sldMk cId="1165567774" sldId="303"/>
            <ac:graphicFrameMk id="11" creationId="{83CF1CDB-20E5-4539-B6BE-CD80BF79810F}"/>
          </ac:graphicFrameMkLst>
        </pc:graphicFrameChg>
      </pc:sldChg>
    </pc:docChg>
  </pc:docChgLst>
  <pc:docChgLst>
    <pc:chgData name="Annick, MONTFORT" userId="30cfbfd6-42da-4f48-b93e-5372edf8fa25" providerId="ADAL" clId="{AF7B2B03-8FED-4D16-9746-F414C1CFB79E}"/>
    <pc:docChg chg="custSel addSld delSld modSld">
      <pc:chgData name="Annick, MONTFORT" userId="30cfbfd6-42da-4f48-b93e-5372edf8fa25" providerId="ADAL" clId="{AF7B2B03-8FED-4D16-9746-F414C1CFB79E}" dt="2021-09-06T20:42:20.143" v="707" actId="1076"/>
      <pc:docMkLst>
        <pc:docMk/>
      </pc:docMkLst>
      <pc:sldChg chg="modSp mod">
        <pc:chgData name="Annick, MONTFORT" userId="30cfbfd6-42da-4f48-b93e-5372edf8fa25" providerId="ADAL" clId="{AF7B2B03-8FED-4D16-9746-F414C1CFB79E}" dt="2021-09-06T19:47:32.386" v="25" actId="20577"/>
        <pc:sldMkLst>
          <pc:docMk/>
          <pc:sldMk cId="0" sldId="257"/>
        </pc:sldMkLst>
        <pc:spChg chg="mod">
          <ac:chgData name="Annick, MONTFORT" userId="30cfbfd6-42da-4f48-b93e-5372edf8fa25" providerId="ADAL" clId="{AF7B2B03-8FED-4D16-9746-F414C1CFB79E}" dt="2021-09-06T19:47:32.386" v="25" actId="20577"/>
          <ac:spMkLst>
            <pc:docMk/>
            <pc:sldMk cId="0" sldId="257"/>
            <ac:spMk id="3" creationId="{1DF2D3DA-5DD1-4CA6-84E7-23A2C9CE9266}"/>
          </ac:spMkLst>
        </pc:spChg>
      </pc:sldChg>
      <pc:sldChg chg="modSp mod">
        <pc:chgData name="Annick, MONTFORT" userId="30cfbfd6-42da-4f48-b93e-5372edf8fa25" providerId="ADAL" clId="{AF7B2B03-8FED-4D16-9746-F414C1CFB79E}" dt="2021-09-06T19:48:05.421" v="88" actId="20577"/>
        <pc:sldMkLst>
          <pc:docMk/>
          <pc:sldMk cId="0" sldId="258"/>
        </pc:sldMkLst>
        <pc:spChg chg="mod">
          <ac:chgData name="Annick, MONTFORT" userId="30cfbfd6-42da-4f48-b93e-5372edf8fa25" providerId="ADAL" clId="{AF7B2B03-8FED-4D16-9746-F414C1CFB79E}" dt="2021-09-06T19:48:05.421" v="88" actId="20577"/>
          <ac:spMkLst>
            <pc:docMk/>
            <pc:sldMk cId="0" sldId="258"/>
            <ac:spMk id="3" creationId="{A0BE278A-222E-4AD1-B520-9686D08CA5E1}"/>
          </ac:spMkLst>
        </pc:spChg>
      </pc:sldChg>
      <pc:sldChg chg="modSp mod">
        <pc:chgData name="Annick, MONTFORT" userId="30cfbfd6-42da-4f48-b93e-5372edf8fa25" providerId="ADAL" clId="{AF7B2B03-8FED-4D16-9746-F414C1CFB79E}" dt="2021-09-06T19:49:53.720" v="131" actId="21"/>
        <pc:sldMkLst>
          <pc:docMk/>
          <pc:sldMk cId="3578318659" sldId="279"/>
        </pc:sldMkLst>
        <pc:spChg chg="mod">
          <ac:chgData name="Annick, MONTFORT" userId="30cfbfd6-42da-4f48-b93e-5372edf8fa25" providerId="ADAL" clId="{AF7B2B03-8FED-4D16-9746-F414C1CFB79E}" dt="2021-09-06T19:49:53.720" v="131" actId="21"/>
          <ac:spMkLst>
            <pc:docMk/>
            <pc:sldMk cId="3578318659" sldId="279"/>
            <ac:spMk id="7" creationId="{07DCCC4D-A74A-44AC-BF66-A19C0442B895}"/>
          </ac:spMkLst>
        </pc:spChg>
      </pc:sldChg>
      <pc:sldChg chg="modSp mod">
        <pc:chgData name="Annick, MONTFORT" userId="30cfbfd6-42da-4f48-b93e-5372edf8fa25" providerId="ADAL" clId="{AF7B2B03-8FED-4D16-9746-F414C1CFB79E}" dt="2021-09-06T19:49:28.635" v="130" actId="20577"/>
        <pc:sldMkLst>
          <pc:docMk/>
          <pc:sldMk cId="1083958860" sldId="297"/>
        </pc:sldMkLst>
        <pc:spChg chg="mod">
          <ac:chgData name="Annick, MONTFORT" userId="30cfbfd6-42da-4f48-b93e-5372edf8fa25" providerId="ADAL" clId="{AF7B2B03-8FED-4D16-9746-F414C1CFB79E}" dt="2021-09-06T19:49:28.635" v="130" actId="20577"/>
          <ac:spMkLst>
            <pc:docMk/>
            <pc:sldMk cId="1083958860" sldId="297"/>
            <ac:spMk id="4" creationId="{D7B201DD-11B0-4B23-8E1D-806A39E88E36}"/>
          </ac:spMkLst>
        </pc:spChg>
      </pc:sldChg>
      <pc:sldChg chg="modSp mod">
        <pc:chgData name="Annick, MONTFORT" userId="30cfbfd6-42da-4f48-b93e-5372edf8fa25" providerId="ADAL" clId="{AF7B2B03-8FED-4D16-9746-F414C1CFB79E}" dt="2021-09-06T19:50:17.555" v="146" actId="20577"/>
        <pc:sldMkLst>
          <pc:docMk/>
          <pc:sldMk cId="114964421" sldId="298"/>
        </pc:sldMkLst>
        <pc:spChg chg="mod">
          <ac:chgData name="Annick, MONTFORT" userId="30cfbfd6-42da-4f48-b93e-5372edf8fa25" providerId="ADAL" clId="{AF7B2B03-8FED-4D16-9746-F414C1CFB79E}" dt="2021-09-06T19:50:17.555" v="146" actId="20577"/>
          <ac:spMkLst>
            <pc:docMk/>
            <pc:sldMk cId="114964421" sldId="298"/>
            <ac:spMk id="4" creationId="{D7B201DD-11B0-4B23-8E1D-806A39E88E36}"/>
          </ac:spMkLst>
        </pc:spChg>
      </pc:sldChg>
      <pc:sldChg chg="addSp delSp modSp add mod">
        <pc:chgData name="Annick, MONTFORT" userId="30cfbfd6-42da-4f48-b93e-5372edf8fa25" providerId="ADAL" clId="{AF7B2B03-8FED-4D16-9746-F414C1CFB79E}" dt="2021-09-06T20:38:43.165" v="506" actId="1076"/>
        <pc:sldMkLst>
          <pc:docMk/>
          <pc:sldMk cId="2000100735" sldId="299"/>
        </pc:sldMkLst>
        <pc:spChg chg="mod">
          <ac:chgData name="Annick, MONTFORT" userId="30cfbfd6-42da-4f48-b93e-5372edf8fa25" providerId="ADAL" clId="{AF7B2B03-8FED-4D16-9746-F414C1CFB79E}" dt="2021-09-06T19:51:36.641" v="186" actId="404"/>
          <ac:spMkLst>
            <pc:docMk/>
            <pc:sldMk cId="2000100735" sldId="299"/>
            <ac:spMk id="2" creationId="{38C54405-7D52-4740-9419-240DA1871E56}"/>
          </ac:spMkLst>
        </pc:spChg>
        <pc:spChg chg="add mod">
          <ac:chgData name="Annick, MONTFORT" userId="30cfbfd6-42da-4f48-b93e-5372edf8fa25" providerId="ADAL" clId="{AF7B2B03-8FED-4D16-9746-F414C1CFB79E}" dt="2021-09-06T20:38:43.165" v="506" actId="1076"/>
          <ac:spMkLst>
            <pc:docMk/>
            <pc:sldMk cId="2000100735" sldId="299"/>
            <ac:spMk id="6" creationId="{499CBD0F-0B49-4E60-AEA9-9D9965D61EF2}"/>
          </ac:spMkLst>
        </pc:spChg>
        <pc:spChg chg="mod">
          <ac:chgData name="Annick, MONTFORT" userId="30cfbfd6-42da-4f48-b93e-5372edf8fa25" providerId="ADAL" clId="{AF7B2B03-8FED-4D16-9746-F414C1CFB79E}" dt="2021-09-06T19:51:50.017" v="195" actId="20577"/>
          <ac:spMkLst>
            <pc:docMk/>
            <pc:sldMk cId="2000100735" sldId="299"/>
            <ac:spMk id="7" creationId="{07DCCC4D-A74A-44AC-BF66-A19C0442B895}"/>
          </ac:spMkLst>
        </pc:spChg>
        <pc:spChg chg="del">
          <ac:chgData name="Annick, MONTFORT" userId="30cfbfd6-42da-4f48-b93e-5372edf8fa25" providerId="ADAL" clId="{AF7B2B03-8FED-4D16-9746-F414C1CFB79E}" dt="2021-09-06T19:52:04.126" v="196" actId="478"/>
          <ac:spMkLst>
            <pc:docMk/>
            <pc:sldMk cId="2000100735" sldId="299"/>
            <ac:spMk id="8" creationId="{AFF1ACB9-0FCE-4C8D-A6F7-2BAEF1A54197}"/>
          </ac:spMkLst>
        </pc:spChg>
        <pc:picChg chg="del">
          <ac:chgData name="Annick, MONTFORT" userId="30cfbfd6-42da-4f48-b93e-5372edf8fa25" providerId="ADAL" clId="{AF7B2B03-8FED-4D16-9746-F414C1CFB79E}" dt="2021-09-06T19:52:04.126" v="196" actId="478"/>
          <ac:picMkLst>
            <pc:docMk/>
            <pc:sldMk cId="2000100735" sldId="299"/>
            <ac:picMk id="1026" creationId="{99A910AE-2518-4D00-B669-71C92D296BC2}"/>
          </ac:picMkLst>
        </pc:picChg>
      </pc:sldChg>
      <pc:sldChg chg="modSp add mod">
        <pc:chgData name="Annick, MONTFORT" userId="30cfbfd6-42da-4f48-b93e-5372edf8fa25" providerId="ADAL" clId="{AF7B2B03-8FED-4D16-9746-F414C1CFB79E}" dt="2021-09-06T20:36:54.809" v="505" actId="1076"/>
        <pc:sldMkLst>
          <pc:docMk/>
          <pc:sldMk cId="2100945745" sldId="300"/>
        </pc:sldMkLst>
        <pc:spChg chg="mod">
          <ac:chgData name="Annick, MONTFORT" userId="30cfbfd6-42da-4f48-b93e-5372edf8fa25" providerId="ADAL" clId="{AF7B2B03-8FED-4D16-9746-F414C1CFB79E}" dt="2021-09-06T20:36:54.809" v="505" actId="1076"/>
          <ac:spMkLst>
            <pc:docMk/>
            <pc:sldMk cId="2100945745" sldId="300"/>
            <ac:spMk id="2" creationId="{44732E70-1392-4E3E-82F0-6BD389E4E4D8}"/>
          </ac:spMkLst>
        </pc:spChg>
        <pc:spChg chg="mod">
          <ac:chgData name="Annick, MONTFORT" userId="30cfbfd6-42da-4f48-b93e-5372edf8fa25" providerId="ADAL" clId="{AF7B2B03-8FED-4D16-9746-F414C1CFB79E}" dt="2021-09-06T20:36:40.805" v="503" actId="20577"/>
          <ac:spMkLst>
            <pc:docMk/>
            <pc:sldMk cId="2100945745" sldId="300"/>
            <ac:spMk id="3" creationId="{A0BE278A-222E-4AD1-B520-9686D08CA5E1}"/>
          </ac:spMkLst>
        </pc:spChg>
      </pc:sldChg>
      <pc:sldChg chg="modSp new del mod">
        <pc:chgData name="Annick, MONTFORT" userId="30cfbfd6-42da-4f48-b93e-5372edf8fa25" providerId="ADAL" clId="{AF7B2B03-8FED-4D16-9746-F414C1CFB79E}" dt="2021-09-06T20:35:28.031" v="352" actId="47"/>
        <pc:sldMkLst>
          <pc:docMk/>
          <pc:sldMk cId="3776595234" sldId="300"/>
        </pc:sldMkLst>
        <pc:spChg chg="mod">
          <ac:chgData name="Annick, MONTFORT" userId="30cfbfd6-42da-4f48-b93e-5372edf8fa25" providerId="ADAL" clId="{AF7B2B03-8FED-4D16-9746-F414C1CFB79E}" dt="2021-09-06T20:35:07.353" v="339" actId="20577"/>
          <ac:spMkLst>
            <pc:docMk/>
            <pc:sldMk cId="3776595234" sldId="300"/>
            <ac:spMk id="2" creationId="{0B60995E-A7B6-4C14-8FF8-8CC20F744E52}"/>
          </ac:spMkLst>
        </pc:spChg>
        <pc:spChg chg="mod">
          <ac:chgData name="Annick, MONTFORT" userId="30cfbfd6-42da-4f48-b93e-5372edf8fa25" providerId="ADAL" clId="{AF7B2B03-8FED-4D16-9746-F414C1CFB79E}" dt="2021-09-06T20:35:13.245" v="351" actId="20577"/>
          <ac:spMkLst>
            <pc:docMk/>
            <pc:sldMk cId="3776595234" sldId="300"/>
            <ac:spMk id="4" creationId="{C22B6E24-E3AE-48F0-9941-6C2A654767F7}"/>
          </ac:spMkLst>
        </pc:spChg>
      </pc:sldChg>
      <pc:sldChg chg="addSp modSp new mod">
        <pc:chgData name="Annick, MONTFORT" userId="30cfbfd6-42da-4f48-b93e-5372edf8fa25" providerId="ADAL" clId="{AF7B2B03-8FED-4D16-9746-F414C1CFB79E}" dt="2021-09-06T20:42:20.143" v="707" actId="1076"/>
        <pc:sldMkLst>
          <pc:docMk/>
          <pc:sldMk cId="3814483769" sldId="301"/>
        </pc:sldMkLst>
        <pc:spChg chg="mod">
          <ac:chgData name="Annick, MONTFORT" userId="30cfbfd6-42da-4f48-b93e-5372edf8fa25" providerId="ADAL" clId="{AF7B2B03-8FED-4D16-9746-F414C1CFB79E}" dt="2021-09-06T20:40:06.514" v="523" actId="20577"/>
          <ac:spMkLst>
            <pc:docMk/>
            <pc:sldMk cId="3814483769" sldId="301"/>
            <ac:spMk id="2" creationId="{13BBB8EB-8E1A-4C68-9356-E7C002E050D2}"/>
          </ac:spMkLst>
        </pc:spChg>
        <pc:spChg chg="add mod">
          <ac:chgData name="Annick, MONTFORT" userId="30cfbfd6-42da-4f48-b93e-5372edf8fa25" providerId="ADAL" clId="{AF7B2B03-8FED-4D16-9746-F414C1CFB79E}" dt="2021-09-06T20:42:20.143" v="707" actId="1076"/>
          <ac:spMkLst>
            <pc:docMk/>
            <pc:sldMk cId="3814483769" sldId="301"/>
            <ac:spMk id="4" creationId="{41050BDF-4364-42A4-B847-9CEB1681F2B4}"/>
          </ac:spMkLst>
        </pc:spChg>
        <pc:picChg chg="add mod">
          <ac:chgData name="Annick, MONTFORT" userId="30cfbfd6-42da-4f48-b93e-5372edf8fa25" providerId="ADAL" clId="{AF7B2B03-8FED-4D16-9746-F414C1CFB79E}" dt="2021-09-06T20:40:09.539" v="524" actId="1076"/>
          <ac:picMkLst>
            <pc:docMk/>
            <pc:sldMk cId="3814483769" sldId="301"/>
            <ac:picMk id="1026" creationId="{BFBFA53F-8335-4AD0-A4A6-ECC0DDCDEBE4}"/>
          </ac:picMkLst>
        </pc:picChg>
      </pc:sldChg>
    </pc:docChg>
  </pc:docChgLst>
  <pc:docChgLst>
    <pc:chgData name="Annick MONTFORT" userId="30cfbfd6-42da-4f48-b93e-5372edf8fa25" providerId="ADAL" clId="{483BE624-86A3-414C-885C-412FD2BF4EF5}"/>
    <pc:docChg chg="undo custSel modSld">
      <pc:chgData name="Annick MONTFORT" userId="30cfbfd6-42da-4f48-b93e-5372edf8fa25" providerId="ADAL" clId="{483BE624-86A3-414C-885C-412FD2BF4EF5}" dt="2025-09-04T10:24:05.604" v="92" actId="20577"/>
      <pc:docMkLst>
        <pc:docMk/>
      </pc:docMkLst>
      <pc:sldChg chg="modSp mod">
        <pc:chgData name="Annick MONTFORT" userId="30cfbfd6-42da-4f48-b93e-5372edf8fa25" providerId="ADAL" clId="{483BE624-86A3-414C-885C-412FD2BF4EF5}" dt="2025-09-04T10:24:05.604" v="92" actId="20577"/>
        <pc:sldMkLst>
          <pc:docMk/>
          <pc:sldMk cId="1165567774" sldId="303"/>
        </pc:sldMkLst>
        <pc:graphicFrameChg chg="modGraphic">
          <ac:chgData name="Annick MONTFORT" userId="30cfbfd6-42da-4f48-b93e-5372edf8fa25" providerId="ADAL" clId="{483BE624-86A3-414C-885C-412FD2BF4EF5}" dt="2025-09-04T10:21:14.402" v="42" actId="20577"/>
          <ac:graphicFrameMkLst>
            <pc:docMk/>
            <pc:sldMk cId="1165567774" sldId="303"/>
            <ac:graphicFrameMk id="3" creationId="{00000000-0000-0000-0000-000000000000}"/>
          </ac:graphicFrameMkLst>
        </pc:graphicFrameChg>
        <pc:graphicFrameChg chg="modGraphic">
          <ac:chgData name="Annick MONTFORT" userId="30cfbfd6-42da-4f48-b93e-5372edf8fa25" providerId="ADAL" clId="{483BE624-86A3-414C-885C-412FD2BF4EF5}" dt="2025-09-04T10:20:16.655" v="7" actId="20577"/>
          <ac:graphicFrameMkLst>
            <pc:docMk/>
            <pc:sldMk cId="1165567774" sldId="303"/>
            <ac:graphicFrameMk id="4" creationId="{83BDFE0E-CC61-41E0-BA3C-CBA1311613F7}"/>
          </ac:graphicFrameMkLst>
        </pc:graphicFrameChg>
        <pc:graphicFrameChg chg="modGraphic">
          <ac:chgData name="Annick MONTFORT" userId="30cfbfd6-42da-4f48-b93e-5372edf8fa25" providerId="ADAL" clId="{483BE624-86A3-414C-885C-412FD2BF4EF5}" dt="2025-09-04T10:24:05.604" v="92" actId="20577"/>
          <ac:graphicFrameMkLst>
            <pc:docMk/>
            <pc:sldMk cId="1165567774" sldId="303"/>
            <ac:graphicFrameMk id="7" creationId="{F8A61E40-F116-4005-B165-E590C382C6A4}"/>
          </ac:graphicFrameMkLst>
        </pc:graphicFrameChg>
        <pc:graphicFrameChg chg="modGraphic">
          <ac:chgData name="Annick MONTFORT" userId="30cfbfd6-42da-4f48-b93e-5372edf8fa25" providerId="ADAL" clId="{483BE624-86A3-414C-885C-412FD2BF4EF5}" dt="2025-09-04T10:24:04.781" v="91" actId="20577"/>
          <ac:graphicFrameMkLst>
            <pc:docMk/>
            <pc:sldMk cId="1165567774" sldId="303"/>
            <ac:graphicFrameMk id="8" creationId="{61F8D317-BB4C-420F-889B-8CD5B246835D}"/>
          </ac:graphicFrameMkLst>
        </pc:graphicFrameChg>
        <pc:graphicFrameChg chg="modGraphic">
          <ac:chgData name="Annick MONTFORT" userId="30cfbfd6-42da-4f48-b93e-5372edf8fa25" providerId="ADAL" clId="{483BE624-86A3-414C-885C-412FD2BF4EF5}" dt="2025-09-04T10:20:34.407" v="20" actId="20577"/>
          <ac:graphicFrameMkLst>
            <pc:docMk/>
            <pc:sldMk cId="1165567774" sldId="303"/>
            <ac:graphicFrameMk id="9" creationId="{D3A53D18-B154-4CDA-9E3D-48FB7747DE68}"/>
          </ac:graphicFrameMkLst>
        </pc:graphicFrameChg>
        <pc:graphicFrameChg chg="modGraphic">
          <ac:chgData name="Annick MONTFORT" userId="30cfbfd6-42da-4f48-b93e-5372edf8fa25" providerId="ADAL" clId="{483BE624-86A3-414C-885C-412FD2BF4EF5}" dt="2025-09-04T10:22:03.300" v="73" actId="20577"/>
          <ac:graphicFrameMkLst>
            <pc:docMk/>
            <pc:sldMk cId="1165567774" sldId="303"/>
            <ac:graphicFrameMk id="10" creationId="{442F98D6-67AD-4711-B566-840613656AE9}"/>
          </ac:graphicFrameMkLst>
        </pc:graphicFrameChg>
        <pc:graphicFrameChg chg="modGraphic">
          <ac:chgData name="Annick MONTFORT" userId="30cfbfd6-42da-4f48-b93e-5372edf8fa25" providerId="ADAL" clId="{483BE624-86A3-414C-885C-412FD2BF4EF5}" dt="2025-09-04T10:20:51.633" v="31" actId="20577"/>
          <ac:graphicFrameMkLst>
            <pc:docMk/>
            <pc:sldMk cId="1165567774" sldId="303"/>
            <ac:graphicFrameMk id="11" creationId="{83CF1CDB-20E5-4539-B6BE-CD80BF79810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ADABD3-20F7-4A37-9D35-D0DABD650E84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5E6B-0DE2-424C-891F-95F512993C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03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5E6B-0DE2-424C-891F-95F512993C7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846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5E6B-0DE2-424C-891F-95F512993C7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721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41589030-2EFF-4D79-9E3C-AA39352E7591}"/>
              </a:ext>
            </a:extLst>
          </p:cNvPr>
          <p:cNvSpPr/>
          <p:nvPr/>
        </p:nvSpPr>
        <p:spPr>
          <a:xfrm>
            <a:off x="0" y="-3172"/>
            <a:ext cx="12191996" cy="5203822"/>
          </a:xfrm>
          <a:custGeom>
            <a:avLst/>
            <a:gdLst>
              <a:gd name="f0" fmla="val w"/>
              <a:gd name="f1" fmla="val h"/>
              <a:gd name="f2" fmla="val 0"/>
              <a:gd name="f3" fmla="val 5760"/>
              <a:gd name="f4" fmla="val 3278"/>
              <a:gd name="f5" fmla="val 3090"/>
              <a:gd name="f6" fmla="val 943"/>
              <a:gd name="f7" fmla="val 1123"/>
              <a:gd name="f8" fmla="val 3270"/>
              <a:gd name="f9" fmla="val 1127"/>
              <a:gd name="f10" fmla="val 3272"/>
              <a:gd name="f11" fmla="val 1133"/>
              <a:gd name="f12" fmla="val 3275"/>
              <a:gd name="f13" fmla="val 1139"/>
              <a:gd name="f14" fmla="val 1144"/>
              <a:gd name="f15" fmla="val 1150"/>
              <a:gd name="f16" fmla="val 1155"/>
              <a:gd name="f17" fmla="val 1161"/>
              <a:gd name="f18" fmla="val 1165"/>
              <a:gd name="f19" fmla="val 1345"/>
              <a:gd name="f20" fmla="*/ f0 1 5760"/>
              <a:gd name="f21" fmla="*/ f1 1 3278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5760"/>
              <a:gd name="f28" fmla="*/ f25 1 3278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5760" h="3278">
                <a:moveTo>
                  <a:pt x="f3" y="f2"/>
                </a:moveTo>
                <a:lnTo>
                  <a:pt x="f2" y="f2"/>
                </a:lnTo>
                <a:lnTo>
                  <a:pt x="f2" y="f5"/>
                </a:lnTo>
                <a:lnTo>
                  <a:pt x="f6" y="f5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13" y="f4"/>
                </a:lnTo>
                <a:lnTo>
                  <a:pt x="f14" y="f4"/>
                </a:lnTo>
                <a:lnTo>
                  <a:pt x="f15" y="f4"/>
                </a:lnTo>
                <a:lnTo>
                  <a:pt x="f16" y="f12"/>
                </a:lnTo>
                <a:lnTo>
                  <a:pt x="f17" y="f10"/>
                </a:lnTo>
                <a:lnTo>
                  <a:pt x="f18" y="f8"/>
                </a:lnTo>
                <a:lnTo>
                  <a:pt x="f19" y="f5"/>
                </a:lnTo>
                <a:lnTo>
                  <a:pt x="f3" y="f5"/>
                </a:lnTo>
                <a:lnTo>
                  <a:pt x="f3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9B4F17-6F3A-4D10-AE2B-D28C950C9F9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10002" y="1449150"/>
            <a:ext cx="10572000" cy="297105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865F793-E1C0-4AB3-9677-1BF0E688C8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10002" y="5280842"/>
            <a:ext cx="10572000" cy="434970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821BC3-941A-4808-A232-13D9B003823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34A22C-345E-44FA-9805-98B736C3C907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BD7E03-31BD-4C50-8931-27BB2580A6C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A90E16-0472-4C89-A204-AD36074F7E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DAECC74C-6467-44AB-BC4F-2912CBDAD604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861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2A913FA9-2B4B-439A-B9C6-D6703B5E64A6}"/>
              </a:ext>
            </a:extLst>
          </p:cNvPr>
          <p:cNvSpPr/>
          <p:nvPr/>
        </p:nvSpPr>
        <p:spPr>
          <a:xfrm>
            <a:off x="0" y="0"/>
            <a:ext cx="12191996" cy="2185992"/>
          </a:xfrm>
          <a:custGeom>
            <a:avLst/>
            <a:gdLst>
              <a:gd name="f0" fmla="val w"/>
              <a:gd name="f1" fmla="val h"/>
              <a:gd name="f2" fmla="val 0"/>
              <a:gd name="f3" fmla="val 5760"/>
              <a:gd name="f4" fmla="val 1377"/>
              <a:gd name="f5" fmla="val 1189"/>
              <a:gd name="f6" fmla="val 943"/>
              <a:gd name="f7" fmla="val 1123"/>
              <a:gd name="f8" fmla="val 1369"/>
              <a:gd name="f9" fmla="val 1127"/>
              <a:gd name="f10" fmla="val 1371"/>
              <a:gd name="f11" fmla="val 1133"/>
              <a:gd name="f12" fmla="val 1374"/>
              <a:gd name="f13" fmla="val 1139"/>
              <a:gd name="f14" fmla="val 1144"/>
              <a:gd name="f15" fmla="val 1150"/>
              <a:gd name="f16" fmla="val 1155"/>
              <a:gd name="f17" fmla="val 1161"/>
              <a:gd name="f18" fmla="val 1165"/>
              <a:gd name="f19" fmla="val 1345"/>
              <a:gd name="f20" fmla="*/ f0 1 5760"/>
              <a:gd name="f21" fmla="*/ f1 1 1377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5760"/>
              <a:gd name="f28" fmla="*/ f25 1 1377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5760" h="1377">
                <a:moveTo>
                  <a:pt x="f3" y="f2"/>
                </a:moveTo>
                <a:lnTo>
                  <a:pt x="f2" y="f2"/>
                </a:lnTo>
                <a:lnTo>
                  <a:pt x="f2" y="f5"/>
                </a:lnTo>
                <a:lnTo>
                  <a:pt x="f6" y="f5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13" y="f4"/>
                </a:lnTo>
                <a:lnTo>
                  <a:pt x="f14" y="f4"/>
                </a:lnTo>
                <a:lnTo>
                  <a:pt x="f15" y="f4"/>
                </a:lnTo>
                <a:lnTo>
                  <a:pt x="f16" y="f12"/>
                </a:lnTo>
                <a:lnTo>
                  <a:pt x="f17" y="f10"/>
                </a:lnTo>
                <a:lnTo>
                  <a:pt x="f18" y="f8"/>
                </a:lnTo>
                <a:lnTo>
                  <a:pt x="f19" y="f5"/>
                </a:lnTo>
                <a:lnTo>
                  <a:pt x="f3" y="f5"/>
                </a:lnTo>
                <a:lnTo>
                  <a:pt x="f3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706FB5-E40B-4EB1-A3C7-33BAEA74F0D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D0778A-F478-40FE-9D65-2D446364595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18708" y="2222284"/>
            <a:ext cx="10554571" cy="36365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C2CDAAF-BE9B-452C-9C30-898363F318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EEC7F5-F5F7-4562-B30B-DFA022810227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6268BC-E3DB-4CAB-A461-1C20FB7EE55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B083ADD-8BD9-4CC2-92C3-B734894BD4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89BD8706-5D88-412E-8A0A-8ADB3C5E2B8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29227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DD4638E7-C21B-427B-85A2-784E225FA28D}"/>
              </a:ext>
            </a:extLst>
          </p:cNvPr>
          <p:cNvSpPr/>
          <p:nvPr/>
        </p:nvSpPr>
        <p:spPr>
          <a:xfrm>
            <a:off x="0" y="0"/>
            <a:ext cx="12191996" cy="5203822"/>
          </a:xfrm>
          <a:custGeom>
            <a:avLst/>
            <a:gdLst>
              <a:gd name="f0" fmla="val w"/>
              <a:gd name="f1" fmla="val h"/>
              <a:gd name="f2" fmla="val 0"/>
              <a:gd name="f3" fmla="val 5760"/>
              <a:gd name="f4" fmla="val 3278"/>
              <a:gd name="f5" fmla="val 3090"/>
              <a:gd name="f6" fmla="val 4817"/>
              <a:gd name="f7" fmla="val 4637"/>
              <a:gd name="f8" fmla="val 3270"/>
              <a:gd name="f9" fmla="val 4633"/>
              <a:gd name="f10" fmla="val 3272"/>
              <a:gd name="f11" fmla="val 4627"/>
              <a:gd name="f12" fmla="val 3275"/>
              <a:gd name="f13" fmla="val 4621"/>
              <a:gd name="f14" fmla="val 4616"/>
              <a:gd name="f15" fmla="val 4610"/>
              <a:gd name="f16" fmla="val 4605"/>
              <a:gd name="f17" fmla="val 4599"/>
              <a:gd name="f18" fmla="val 4595"/>
              <a:gd name="f19" fmla="val 4415"/>
              <a:gd name="f20" fmla="*/ f0 1 5760"/>
              <a:gd name="f21" fmla="*/ f1 1 3278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5760"/>
              <a:gd name="f28" fmla="*/ f25 1 3278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5760" h="3278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6" y="f5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13" y="f4"/>
                </a:lnTo>
                <a:lnTo>
                  <a:pt x="f14" y="f4"/>
                </a:lnTo>
                <a:lnTo>
                  <a:pt x="f15" y="f4"/>
                </a:lnTo>
                <a:lnTo>
                  <a:pt x="f16" y="f12"/>
                </a:lnTo>
                <a:lnTo>
                  <a:pt x="f17" y="f10"/>
                </a:lnTo>
                <a:lnTo>
                  <a:pt x="f18" y="f8"/>
                </a:lnTo>
                <a:lnTo>
                  <a:pt x="f19" y="f5"/>
                </a:lnTo>
                <a:lnTo>
                  <a:pt x="f2" y="f5"/>
                </a:lnTo>
                <a:lnTo>
                  <a:pt x="f2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ABC1B6-F427-4EDA-986E-C4A2662B8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2" y="2951399"/>
            <a:ext cx="10561420" cy="14688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FF70D0D-70CD-404E-8C87-64A45BE7B5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0002" y="5281199"/>
            <a:ext cx="10561420" cy="433955"/>
          </a:xfrm>
        </p:spPr>
        <p:txBody>
          <a:bodyPr anchor="t">
            <a:noAutofit/>
          </a:bodyPr>
          <a:lstStyle>
            <a:lvl1pPr marL="0" indent="0" algn="r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DB23F6E-F079-46C6-98ED-C6D6D53E7F9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372AE9-A150-48E0-AE97-8288724D49AB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379C2F-1997-468E-8484-79F7EBBE39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1CA88-EDDB-471F-9BA2-CF30785398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229A90E4-A4BD-42E1-8D59-28B7BEE181A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794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1C020C09-B64F-4D58-B669-504734BEA6D3}"/>
              </a:ext>
            </a:extLst>
          </p:cNvPr>
          <p:cNvSpPr/>
          <p:nvPr/>
        </p:nvSpPr>
        <p:spPr>
          <a:xfrm>
            <a:off x="0" y="0"/>
            <a:ext cx="12191996" cy="2185992"/>
          </a:xfrm>
          <a:custGeom>
            <a:avLst/>
            <a:gdLst>
              <a:gd name="f0" fmla="val w"/>
              <a:gd name="f1" fmla="val h"/>
              <a:gd name="f2" fmla="val 0"/>
              <a:gd name="f3" fmla="val 5760"/>
              <a:gd name="f4" fmla="val 1377"/>
              <a:gd name="f5" fmla="val 1189"/>
              <a:gd name="f6" fmla="val 943"/>
              <a:gd name="f7" fmla="val 1123"/>
              <a:gd name="f8" fmla="val 1369"/>
              <a:gd name="f9" fmla="val 1127"/>
              <a:gd name="f10" fmla="val 1371"/>
              <a:gd name="f11" fmla="val 1133"/>
              <a:gd name="f12" fmla="val 1374"/>
              <a:gd name="f13" fmla="val 1139"/>
              <a:gd name="f14" fmla="val 1144"/>
              <a:gd name="f15" fmla="val 1150"/>
              <a:gd name="f16" fmla="val 1155"/>
              <a:gd name="f17" fmla="val 1161"/>
              <a:gd name="f18" fmla="val 1165"/>
              <a:gd name="f19" fmla="val 1345"/>
              <a:gd name="f20" fmla="*/ f0 1 5760"/>
              <a:gd name="f21" fmla="*/ f1 1 1377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5760"/>
              <a:gd name="f28" fmla="*/ f25 1 1377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5760" h="1377">
                <a:moveTo>
                  <a:pt x="f3" y="f2"/>
                </a:moveTo>
                <a:lnTo>
                  <a:pt x="f2" y="f2"/>
                </a:lnTo>
                <a:lnTo>
                  <a:pt x="f2" y="f5"/>
                </a:lnTo>
                <a:lnTo>
                  <a:pt x="f6" y="f5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13" y="f4"/>
                </a:lnTo>
                <a:lnTo>
                  <a:pt x="f14" y="f4"/>
                </a:lnTo>
                <a:lnTo>
                  <a:pt x="f15" y="f4"/>
                </a:lnTo>
                <a:lnTo>
                  <a:pt x="f16" y="f12"/>
                </a:lnTo>
                <a:lnTo>
                  <a:pt x="f17" y="f10"/>
                </a:lnTo>
                <a:lnTo>
                  <a:pt x="f18" y="f8"/>
                </a:lnTo>
                <a:lnTo>
                  <a:pt x="f19" y="f5"/>
                </a:lnTo>
                <a:lnTo>
                  <a:pt x="f3" y="f5"/>
                </a:lnTo>
                <a:lnTo>
                  <a:pt x="f3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>
              <a:solidFill>
                <a:srgbClr val="2B808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1787C2-B4BE-4B6D-82CB-8BE6D218A1D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9CBFD0-E067-4114-A317-0E7A00398D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18708" y="2222284"/>
            <a:ext cx="5185873" cy="36387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69AEF8E-0B16-4CEE-9750-A682B4F6FBE4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87415" y="2222284"/>
            <a:ext cx="5194587" cy="36387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BCCF5DF-FA86-4458-9FAB-CF4518E00C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8ED908-018F-4E4F-9963-321318E18F15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C40A5C0-4EF6-46FD-A9C8-B609BABA6F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760511E-E59E-4D94-8319-EB2B6D6A35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31303607-E4F3-4607-A1E5-382FF4DE0FB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602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9604004C-1639-4D1D-A88A-4A14BD50D139}"/>
              </a:ext>
            </a:extLst>
          </p:cNvPr>
          <p:cNvSpPr/>
          <p:nvPr/>
        </p:nvSpPr>
        <p:spPr>
          <a:xfrm>
            <a:off x="0" y="0"/>
            <a:ext cx="12191996" cy="2185992"/>
          </a:xfrm>
          <a:custGeom>
            <a:avLst/>
            <a:gdLst>
              <a:gd name="f0" fmla="val w"/>
              <a:gd name="f1" fmla="val h"/>
              <a:gd name="f2" fmla="val 0"/>
              <a:gd name="f3" fmla="val 5760"/>
              <a:gd name="f4" fmla="val 1377"/>
              <a:gd name="f5" fmla="val 1189"/>
              <a:gd name="f6" fmla="val 943"/>
              <a:gd name="f7" fmla="val 1123"/>
              <a:gd name="f8" fmla="val 1369"/>
              <a:gd name="f9" fmla="val 1127"/>
              <a:gd name="f10" fmla="val 1371"/>
              <a:gd name="f11" fmla="val 1133"/>
              <a:gd name="f12" fmla="val 1374"/>
              <a:gd name="f13" fmla="val 1139"/>
              <a:gd name="f14" fmla="val 1144"/>
              <a:gd name="f15" fmla="val 1150"/>
              <a:gd name="f16" fmla="val 1155"/>
              <a:gd name="f17" fmla="val 1161"/>
              <a:gd name="f18" fmla="val 1165"/>
              <a:gd name="f19" fmla="val 1345"/>
              <a:gd name="f20" fmla="*/ f0 1 5760"/>
              <a:gd name="f21" fmla="*/ f1 1 1377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5760"/>
              <a:gd name="f28" fmla="*/ f25 1 1377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5760" h="1377">
                <a:moveTo>
                  <a:pt x="f3" y="f2"/>
                </a:moveTo>
                <a:lnTo>
                  <a:pt x="f2" y="f2"/>
                </a:lnTo>
                <a:lnTo>
                  <a:pt x="f2" y="f5"/>
                </a:lnTo>
                <a:lnTo>
                  <a:pt x="f6" y="f5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13" y="f4"/>
                </a:lnTo>
                <a:lnTo>
                  <a:pt x="f14" y="f4"/>
                </a:lnTo>
                <a:lnTo>
                  <a:pt x="f15" y="f4"/>
                </a:lnTo>
                <a:lnTo>
                  <a:pt x="f16" y="f12"/>
                </a:lnTo>
                <a:lnTo>
                  <a:pt x="f17" y="f10"/>
                </a:lnTo>
                <a:lnTo>
                  <a:pt x="f18" y="f8"/>
                </a:lnTo>
                <a:lnTo>
                  <a:pt x="f19" y="f5"/>
                </a:lnTo>
                <a:lnTo>
                  <a:pt x="f3" y="f5"/>
                </a:lnTo>
                <a:lnTo>
                  <a:pt x="f3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3421E7-64EE-4DD9-A4BA-6562C4CFF15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B534E76-B7CA-40D0-AAFB-5CC9B3957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4730" y="2174872"/>
            <a:ext cx="5189860" cy="576264"/>
          </a:xfrm>
        </p:spPr>
        <p:txBody>
          <a:bodyPr anchor="b" anchorCtr="1">
            <a:noAutofit/>
          </a:bodyPr>
          <a:lstStyle>
            <a:lvl1pPr marL="0" indent="0" algn="ctr">
              <a:spcBef>
                <a:spcPts val="500"/>
              </a:spcBef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F57F838-57E8-4918-9442-201E3441B8A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14730" y="2751136"/>
            <a:ext cx="5189860" cy="3109910"/>
          </a:xfrm>
        </p:spPr>
        <p:txBody>
          <a:bodyPr anchor="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7DF4F36-008A-4E12-A581-A999EBCBBF0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87415" y="2174872"/>
            <a:ext cx="5194587" cy="576264"/>
          </a:xfrm>
        </p:spPr>
        <p:txBody>
          <a:bodyPr anchor="b" anchorCtr="1">
            <a:noAutofit/>
          </a:bodyPr>
          <a:lstStyle>
            <a:lvl1pPr marL="0" indent="0" algn="ctr">
              <a:spcBef>
                <a:spcPts val="500"/>
              </a:spcBef>
              <a:buNone/>
              <a:defRPr sz="20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773F7FE-316A-465C-BF24-7990ACD74451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87415" y="2751136"/>
            <a:ext cx="5194587" cy="3109910"/>
          </a:xfrm>
        </p:spPr>
        <p:txBody>
          <a:bodyPr anchor="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80235427-C9F7-4B83-ABC2-E796C187E31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BCE551-B154-497A-8641-984FA57F2ACF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2A7C7976-3EA4-4E07-A51C-21E96D6373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C6A25430-B04A-4247-9DBD-9999F054B8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62781E7E-A515-4F8F-9CC4-D7A9AD80A05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997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C7D37433-F402-4C50-B488-B7A7B367158F}"/>
              </a:ext>
            </a:extLst>
          </p:cNvPr>
          <p:cNvSpPr/>
          <p:nvPr/>
        </p:nvSpPr>
        <p:spPr>
          <a:xfrm>
            <a:off x="0" y="0"/>
            <a:ext cx="12191996" cy="2185992"/>
          </a:xfrm>
          <a:custGeom>
            <a:avLst/>
            <a:gdLst>
              <a:gd name="f0" fmla="val w"/>
              <a:gd name="f1" fmla="val h"/>
              <a:gd name="f2" fmla="val 0"/>
              <a:gd name="f3" fmla="val 5760"/>
              <a:gd name="f4" fmla="val 1377"/>
              <a:gd name="f5" fmla="val 1189"/>
              <a:gd name="f6" fmla="val 943"/>
              <a:gd name="f7" fmla="val 1123"/>
              <a:gd name="f8" fmla="val 1369"/>
              <a:gd name="f9" fmla="val 1127"/>
              <a:gd name="f10" fmla="val 1371"/>
              <a:gd name="f11" fmla="val 1133"/>
              <a:gd name="f12" fmla="val 1374"/>
              <a:gd name="f13" fmla="val 1139"/>
              <a:gd name="f14" fmla="val 1144"/>
              <a:gd name="f15" fmla="val 1150"/>
              <a:gd name="f16" fmla="val 1155"/>
              <a:gd name="f17" fmla="val 1161"/>
              <a:gd name="f18" fmla="val 1165"/>
              <a:gd name="f19" fmla="val 1345"/>
              <a:gd name="f20" fmla="*/ f0 1 5760"/>
              <a:gd name="f21" fmla="*/ f1 1 1377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5760"/>
              <a:gd name="f28" fmla="*/ f25 1 1377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5760" h="1377">
                <a:moveTo>
                  <a:pt x="f3" y="f2"/>
                </a:moveTo>
                <a:lnTo>
                  <a:pt x="f2" y="f2"/>
                </a:lnTo>
                <a:lnTo>
                  <a:pt x="f2" y="f5"/>
                </a:lnTo>
                <a:lnTo>
                  <a:pt x="f6" y="f5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13" y="f4"/>
                </a:lnTo>
                <a:lnTo>
                  <a:pt x="f14" y="f4"/>
                </a:lnTo>
                <a:lnTo>
                  <a:pt x="f15" y="f4"/>
                </a:lnTo>
                <a:lnTo>
                  <a:pt x="f16" y="f12"/>
                </a:lnTo>
                <a:lnTo>
                  <a:pt x="f17" y="f10"/>
                </a:lnTo>
                <a:lnTo>
                  <a:pt x="f18" y="f8"/>
                </a:lnTo>
                <a:lnTo>
                  <a:pt x="f19" y="f5"/>
                </a:lnTo>
                <a:lnTo>
                  <a:pt x="f3" y="f5"/>
                </a:lnTo>
                <a:lnTo>
                  <a:pt x="f3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97315F-C440-4447-BAE2-FE1F7C38A72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A92E6C1D-5763-4A7A-8119-E68526306D7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4E6E0C-26AE-462B-B389-7A30CE76E93F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90B47E7-3051-4E5C-AC56-4819F474D80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EACFEDA-A6FD-4E8B-8EF1-D955B8D5E7D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B62DD9B1-BDE2-47BF-B225-7BB21D00593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693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83DF2-9A4F-4039-A3A4-1C2CD21AE90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52780C-FC82-466A-B0CC-8F79F866AB25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10863-D8A0-42F7-9B82-FA8A058081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A1A4E-AA8A-4A34-9133-9CB7ED85A6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13917159-2469-42B9-9CCC-850BCC3A359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636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010ED6E5-73EC-4603-80BB-E615D8161854}"/>
              </a:ext>
            </a:extLst>
          </p:cNvPr>
          <p:cNvSpPr/>
          <p:nvPr/>
        </p:nvSpPr>
        <p:spPr>
          <a:xfrm>
            <a:off x="349136" y="446090"/>
            <a:ext cx="4271546" cy="1814654"/>
          </a:xfrm>
          <a:custGeom>
            <a:avLst/>
            <a:gdLst>
              <a:gd name="f0" fmla="val w"/>
              <a:gd name="f1" fmla="val h"/>
              <a:gd name="f2" fmla="val 0"/>
              <a:gd name="f3" fmla="val 3384"/>
              <a:gd name="f4" fmla="val 2308"/>
              <a:gd name="f5" fmla="val 3340"/>
              <a:gd name="f6" fmla="val 44"/>
              <a:gd name="f7" fmla="val 34"/>
              <a:gd name="f8" fmla="val 26"/>
              <a:gd name="f9" fmla="val 4"/>
              <a:gd name="f10" fmla="val 20"/>
              <a:gd name="f11" fmla="val 8"/>
              <a:gd name="f12" fmla="val 12"/>
              <a:gd name="f13" fmla="val 2076"/>
              <a:gd name="f14" fmla="val 2086"/>
              <a:gd name="f15" fmla="val 2094"/>
              <a:gd name="f16" fmla="val 2100"/>
              <a:gd name="f17" fmla="val 2108"/>
              <a:gd name="f18" fmla="val 2112"/>
              <a:gd name="f19" fmla="val 2116"/>
              <a:gd name="f20" fmla="val 2120"/>
              <a:gd name="f21" fmla="val 474"/>
              <a:gd name="f22" fmla="val 650"/>
              <a:gd name="f23" fmla="val 2296"/>
              <a:gd name="f24" fmla="val 656"/>
              <a:gd name="f25" fmla="val 2300"/>
              <a:gd name="f26" fmla="val 664"/>
              <a:gd name="f27" fmla="val 2304"/>
              <a:gd name="f28" fmla="val 672"/>
              <a:gd name="f29" fmla="val 680"/>
              <a:gd name="f30" fmla="val 688"/>
              <a:gd name="f31" fmla="val 696"/>
              <a:gd name="f32" fmla="val 704"/>
              <a:gd name="f33" fmla="val 710"/>
              <a:gd name="f34" fmla="val 886"/>
              <a:gd name="f35" fmla="val 3350"/>
              <a:gd name="f36" fmla="val 3358"/>
              <a:gd name="f37" fmla="val 3364"/>
              <a:gd name="f38" fmla="val 3372"/>
              <a:gd name="f39" fmla="val 3376"/>
              <a:gd name="f40" fmla="val 3380"/>
              <a:gd name="f41" fmla="*/ f0 1 3384"/>
              <a:gd name="f42" fmla="*/ f1 1 2308"/>
              <a:gd name="f43" fmla="val f2"/>
              <a:gd name="f44" fmla="val f3"/>
              <a:gd name="f45" fmla="val f4"/>
              <a:gd name="f46" fmla="+- f45 0 f43"/>
              <a:gd name="f47" fmla="+- f44 0 f43"/>
              <a:gd name="f48" fmla="*/ f47 1 3384"/>
              <a:gd name="f49" fmla="*/ f46 1 2308"/>
              <a:gd name="f50" fmla="*/ 0 1 f48"/>
              <a:gd name="f51" fmla="*/ f44 1 f48"/>
              <a:gd name="f52" fmla="*/ 0 1 f49"/>
              <a:gd name="f53" fmla="*/ f45 1 f49"/>
              <a:gd name="f54" fmla="*/ f50 f41 1"/>
              <a:gd name="f55" fmla="*/ f51 f41 1"/>
              <a:gd name="f56" fmla="*/ f53 f42 1"/>
              <a:gd name="f57" fmla="*/ f52 f4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4" t="f57" r="f55" b="f56"/>
            <a:pathLst>
              <a:path w="3384" h="2308">
                <a:moveTo>
                  <a:pt x="f5" y="f2"/>
                </a:moveTo>
                <a:lnTo>
                  <a:pt x="f6" y="f2"/>
                </a:lnTo>
                <a:lnTo>
                  <a:pt x="f6" y="f2"/>
                </a:lnTo>
                <a:lnTo>
                  <a:pt x="f7" y="f2"/>
                </a:lnTo>
                <a:lnTo>
                  <a:pt x="f8" y="f9"/>
                </a:lnTo>
                <a:lnTo>
                  <a:pt x="f10" y="f11"/>
                </a:lnTo>
                <a:lnTo>
                  <a:pt x="f12" y="f12"/>
                </a:lnTo>
                <a:lnTo>
                  <a:pt x="f11" y="f10"/>
                </a:lnTo>
                <a:lnTo>
                  <a:pt x="f9" y="f8"/>
                </a:lnTo>
                <a:lnTo>
                  <a:pt x="f2" y="f7"/>
                </a:lnTo>
                <a:lnTo>
                  <a:pt x="f2" y="f6"/>
                </a:lnTo>
                <a:lnTo>
                  <a:pt x="f2" y="f13"/>
                </a:lnTo>
                <a:lnTo>
                  <a:pt x="f2" y="f13"/>
                </a:lnTo>
                <a:lnTo>
                  <a:pt x="f2" y="f14"/>
                </a:lnTo>
                <a:lnTo>
                  <a:pt x="f9" y="f15"/>
                </a:lnTo>
                <a:lnTo>
                  <a:pt x="f11" y="f16"/>
                </a:lnTo>
                <a:lnTo>
                  <a:pt x="f12" y="f17"/>
                </a:lnTo>
                <a:lnTo>
                  <a:pt x="f10" y="f18"/>
                </a:lnTo>
                <a:lnTo>
                  <a:pt x="f8" y="f19"/>
                </a:lnTo>
                <a:lnTo>
                  <a:pt x="f7" y="f20"/>
                </a:lnTo>
                <a:lnTo>
                  <a:pt x="f6" y="f20"/>
                </a:lnTo>
                <a:lnTo>
                  <a:pt x="f21" y="f20"/>
                </a:lnTo>
                <a:lnTo>
                  <a:pt x="f22" y="f23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4"/>
                </a:lnTo>
                <a:lnTo>
                  <a:pt x="f29" y="f4"/>
                </a:lnTo>
                <a:lnTo>
                  <a:pt x="f30" y="f4"/>
                </a:lnTo>
                <a:lnTo>
                  <a:pt x="f31" y="f27"/>
                </a:lnTo>
                <a:lnTo>
                  <a:pt x="f32" y="f25"/>
                </a:lnTo>
                <a:lnTo>
                  <a:pt x="f33" y="f23"/>
                </a:lnTo>
                <a:lnTo>
                  <a:pt x="f34" y="f20"/>
                </a:lnTo>
                <a:lnTo>
                  <a:pt x="f5" y="f20"/>
                </a:lnTo>
                <a:lnTo>
                  <a:pt x="f5" y="f20"/>
                </a:lnTo>
                <a:lnTo>
                  <a:pt x="f35" y="f20"/>
                </a:lnTo>
                <a:lnTo>
                  <a:pt x="f36" y="f19"/>
                </a:lnTo>
                <a:lnTo>
                  <a:pt x="f37" y="f18"/>
                </a:lnTo>
                <a:lnTo>
                  <a:pt x="f38" y="f17"/>
                </a:lnTo>
                <a:lnTo>
                  <a:pt x="f39" y="f16"/>
                </a:lnTo>
                <a:lnTo>
                  <a:pt x="f40" y="f15"/>
                </a:lnTo>
                <a:lnTo>
                  <a:pt x="f3" y="f14"/>
                </a:lnTo>
                <a:lnTo>
                  <a:pt x="f3" y="f13"/>
                </a:lnTo>
                <a:lnTo>
                  <a:pt x="f3" y="f6"/>
                </a:lnTo>
                <a:lnTo>
                  <a:pt x="f3" y="f6"/>
                </a:lnTo>
                <a:lnTo>
                  <a:pt x="f3" y="f7"/>
                </a:lnTo>
                <a:lnTo>
                  <a:pt x="f40" y="f8"/>
                </a:lnTo>
                <a:lnTo>
                  <a:pt x="f39" y="f10"/>
                </a:lnTo>
                <a:lnTo>
                  <a:pt x="f38" y="f12"/>
                </a:lnTo>
                <a:lnTo>
                  <a:pt x="f37" y="f11"/>
                </a:lnTo>
                <a:lnTo>
                  <a:pt x="f36" y="f9"/>
                </a:lnTo>
                <a:lnTo>
                  <a:pt x="f35" y="f2"/>
                </a:lnTo>
                <a:lnTo>
                  <a:pt x="f5" y="f2"/>
                </a:lnTo>
                <a:lnTo>
                  <a:pt x="f5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C434B0E-F6A9-4071-8E09-FD8D35DD9B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512" y="446090"/>
            <a:ext cx="4169169" cy="1618396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2FEDC8-50DE-44E3-918A-0657C4C57EE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855628" y="446090"/>
            <a:ext cx="6252630" cy="541496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647E52E-2BC7-4376-A60B-3185ED07B2B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49136" y="2260735"/>
            <a:ext cx="4271546" cy="3600312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C9B5076-909E-433D-A3A2-9648588F7BE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B3E08B-F3BC-451C-9577-B45A6D04C936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7BBB2F6-31A5-421B-96DF-67EC50A585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BEC7B12-4721-46B5-B0B0-F2C8B9A3C5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43195ED0-9975-4C50-8537-D233915C75C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8004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4E04A-625B-4ABA-B46C-6CC482E162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4730" y="727524"/>
            <a:ext cx="4852985" cy="1617162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1714486A-305B-4142-81DD-0CEF6E17FE0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6098115" y="0"/>
            <a:ext cx="6093881" cy="6858000"/>
          </a:xfrm>
          <a:ln w="9528">
            <a:solidFill>
              <a:srgbClr val="636363"/>
            </a:solidFill>
            <a:prstDash val="solid"/>
            <a:round/>
          </a:ln>
        </p:spPr>
        <p:txBody>
          <a:bodyPr anchor="t" anchorCtr="1"/>
          <a:lstStyle>
            <a:lvl1pPr algn="ctr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541A6-0E74-4DD5-B44D-5EE9C5061C9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14730" y="2344686"/>
            <a:ext cx="4852985" cy="3516361"/>
          </a:xfrm>
        </p:spPr>
        <p:txBody>
          <a:bodyPr anchor="t"/>
          <a:lstStyle>
            <a:lvl1pPr marL="0" indent="0">
              <a:spcBef>
                <a:spcPts val="300"/>
              </a:spcBef>
              <a:buNone/>
              <a:defRPr sz="12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ED9B-36EB-45D1-A51F-B0087ECFFB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3885806" y="6041358"/>
            <a:ext cx="97688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E9F1FA23-52D9-4501-81D7-1C2666E737C8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6274E-8A93-4287-8149-1EA7F61AD3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90391" y="6041358"/>
            <a:ext cx="3295415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C2C08-BB31-434C-A80B-12AE2988B7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862687" y="5915884"/>
            <a:ext cx="1062157" cy="490603"/>
          </a:xfrm>
        </p:spPr>
        <p:txBody>
          <a:bodyPr/>
          <a:lstStyle>
            <a:lvl1pPr>
              <a:defRPr/>
            </a:lvl1pPr>
          </a:lstStyle>
          <a:p>
            <a:pPr lvl="0"/>
            <a:fld id="{FAD9A0E8-9842-4C36-BDB5-4B74AF251BA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9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D7B6-D9A7-47C6-BB36-814546A17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2" y="4800600"/>
            <a:ext cx="10561420" cy="566735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A8EB67F-A027-4094-AA0D-F2D9A6F432A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4800600"/>
          </a:xfrm>
          <a:ln w="9528" cap="rnd">
            <a:solidFill>
              <a:srgbClr val="636363"/>
            </a:solidFill>
            <a:prstDash val="solid"/>
          </a:ln>
        </p:spPr>
        <p:txBody>
          <a:bodyPr anchor="t" anchorCtr="1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BC1A3-291D-4A04-9526-0551F78F6E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10002" y="5367335"/>
            <a:ext cx="10561420" cy="493711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2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29AFD-F0E1-414D-A192-4E3D0F386D1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E24EFB-2128-442B-AC43-CC373802D76E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E9547-A599-40D6-A512-51A9C5EC6E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7A980-7A69-47E2-A16D-7319E80278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112F25-5803-4CC5-8AB0-A23D9778C7E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65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0BBF660F-83CE-45DE-B2F4-BEF57C99CFCB}"/>
              </a:ext>
            </a:extLst>
          </p:cNvPr>
          <p:cNvSpPr/>
          <p:nvPr/>
        </p:nvSpPr>
        <p:spPr>
          <a:xfrm>
            <a:off x="631694" y="1081451"/>
            <a:ext cx="6332412" cy="3239188"/>
          </a:xfrm>
          <a:custGeom>
            <a:avLst/>
            <a:gdLst>
              <a:gd name="f0" fmla="val w"/>
              <a:gd name="f1" fmla="val h"/>
              <a:gd name="f2" fmla="val 0"/>
              <a:gd name="f3" fmla="val 3384"/>
              <a:gd name="f4" fmla="val 2308"/>
              <a:gd name="f5" fmla="val 3340"/>
              <a:gd name="f6" fmla="val 44"/>
              <a:gd name="f7" fmla="val 34"/>
              <a:gd name="f8" fmla="val 26"/>
              <a:gd name="f9" fmla="val 4"/>
              <a:gd name="f10" fmla="val 20"/>
              <a:gd name="f11" fmla="val 8"/>
              <a:gd name="f12" fmla="val 12"/>
              <a:gd name="f13" fmla="val 2076"/>
              <a:gd name="f14" fmla="val 2086"/>
              <a:gd name="f15" fmla="val 2094"/>
              <a:gd name="f16" fmla="val 2100"/>
              <a:gd name="f17" fmla="val 2108"/>
              <a:gd name="f18" fmla="val 2112"/>
              <a:gd name="f19" fmla="val 2116"/>
              <a:gd name="f20" fmla="val 2120"/>
              <a:gd name="f21" fmla="val 474"/>
              <a:gd name="f22" fmla="val 650"/>
              <a:gd name="f23" fmla="val 2296"/>
              <a:gd name="f24" fmla="val 656"/>
              <a:gd name="f25" fmla="val 2300"/>
              <a:gd name="f26" fmla="val 664"/>
              <a:gd name="f27" fmla="val 2304"/>
              <a:gd name="f28" fmla="val 672"/>
              <a:gd name="f29" fmla="val 680"/>
              <a:gd name="f30" fmla="val 688"/>
              <a:gd name="f31" fmla="val 696"/>
              <a:gd name="f32" fmla="val 704"/>
              <a:gd name="f33" fmla="val 710"/>
              <a:gd name="f34" fmla="val 886"/>
              <a:gd name="f35" fmla="val 3350"/>
              <a:gd name="f36" fmla="val 3358"/>
              <a:gd name="f37" fmla="val 3364"/>
              <a:gd name="f38" fmla="val 3372"/>
              <a:gd name="f39" fmla="val 3376"/>
              <a:gd name="f40" fmla="val 3380"/>
              <a:gd name="f41" fmla="*/ f0 1 3384"/>
              <a:gd name="f42" fmla="*/ f1 1 2308"/>
              <a:gd name="f43" fmla="val f2"/>
              <a:gd name="f44" fmla="val f3"/>
              <a:gd name="f45" fmla="val f4"/>
              <a:gd name="f46" fmla="+- f45 0 f43"/>
              <a:gd name="f47" fmla="+- f44 0 f43"/>
              <a:gd name="f48" fmla="*/ f47 1 3384"/>
              <a:gd name="f49" fmla="*/ f46 1 2308"/>
              <a:gd name="f50" fmla="*/ 0 1 f48"/>
              <a:gd name="f51" fmla="*/ f44 1 f48"/>
              <a:gd name="f52" fmla="*/ 0 1 f49"/>
              <a:gd name="f53" fmla="*/ f45 1 f49"/>
              <a:gd name="f54" fmla="*/ f50 f41 1"/>
              <a:gd name="f55" fmla="*/ f51 f41 1"/>
              <a:gd name="f56" fmla="*/ f53 f42 1"/>
              <a:gd name="f57" fmla="*/ f52 f4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4" t="f57" r="f55" b="f56"/>
            <a:pathLst>
              <a:path w="3384" h="2308">
                <a:moveTo>
                  <a:pt x="f5" y="f2"/>
                </a:moveTo>
                <a:lnTo>
                  <a:pt x="f6" y="f2"/>
                </a:lnTo>
                <a:lnTo>
                  <a:pt x="f6" y="f2"/>
                </a:lnTo>
                <a:lnTo>
                  <a:pt x="f7" y="f2"/>
                </a:lnTo>
                <a:lnTo>
                  <a:pt x="f8" y="f9"/>
                </a:lnTo>
                <a:lnTo>
                  <a:pt x="f10" y="f11"/>
                </a:lnTo>
                <a:lnTo>
                  <a:pt x="f12" y="f12"/>
                </a:lnTo>
                <a:lnTo>
                  <a:pt x="f11" y="f10"/>
                </a:lnTo>
                <a:lnTo>
                  <a:pt x="f9" y="f8"/>
                </a:lnTo>
                <a:lnTo>
                  <a:pt x="f2" y="f7"/>
                </a:lnTo>
                <a:lnTo>
                  <a:pt x="f2" y="f6"/>
                </a:lnTo>
                <a:lnTo>
                  <a:pt x="f2" y="f13"/>
                </a:lnTo>
                <a:lnTo>
                  <a:pt x="f2" y="f13"/>
                </a:lnTo>
                <a:lnTo>
                  <a:pt x="f2" y="f14"/>
                </a:lnTo>
                <a:lnTo>
                  <a:pt x="f9" y="f15"/>
                </a:lnTo>
                <a:lnTo>
                  <a:pt x="f11" y="f16"/>
                </a:lnTo>
                <a:lnTo>
                  <a:pt x="f12" y="f17"/>
                </a:lnTo>
                <a:lnTo>
                  <a:pt x="f10" y="f18"/>
                </a:lnTo>
                <a:lnTo>
                  <a:pt x="f8" y="f19"/>
                </a:lnTo>
                <a:lnTo>
                  <a:pt x="f7" y="f20"/>
                </a:lnTo>
                <a:lnTo>
                  <a:pt x="f6" y="f20"/>
                </a:lnTo>
                <a:lnTo>
                  <a:pt x="f21" y="f20"/>
                </a:lnTo>
                <a:lnTo>
                  <a:pt x="f22" y="f23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4"/>
                </a:lnTo>
                <a:lnTo>
                  <a:pt x="f29" y="f4"/>
                </a:lnTo>
                <a:lnTo>
                  <a:pt x="f30" y="f4"/>
                </a:lnTo>
                <a:lnTo>
                  <a:pt x="f31" y="f27"/>
                </a:lnTo>
                <a:lnTo>
                  <a:pt x="f32" y="f25"/>
                </a:lnTo>
                <a:lnTo>
                  <a:pt x="f33" y="f23"/>
                </a:lnTo>
                <a:lnTo>
                  <a:pt x="f34" y="f20"/>
                </a:lnTo>
                <a:lnTo>
                  <a:pt x="f5" y="f20"/>
                </a:lnTo>
                <a:lnTo>
                  <a:pt x="f5" y="f20"/>
                </a:lnTo>
                <a:lnTo>
                  <a:pt x="f35" y="f20"/>
                </a:lnTo>
                <a:lnTo>
                  <a:pt x="f36" y="f19"/>
                </a:lnTo>
                <a:lnTo>
                  <a:pt x="f37" y="f18"/>
                </a:lnTo>
                <a:lnTo>
                  <a:pt x="f38" y="f17"/>
                </a:lnTo>
                <a:lnTo>
                  <a:pt x="f39" y="f16"/>
                </a:lnTo>
                <a:lnTo>
                  <a:pt x="f40" y="f15"/>
                </a:lnTo>
                <a:lnTo>
                  <a:pt x="f3" y="f14"/>
                </a:lnTo>
                <a:lnTo>
                  <a:pt x="f3" y="f13"/>
                </a:lnTo>
                <a:lnTo>
                  <a:pt x="f3" y="f6"/>
                </a:lnTo>
                <a:lnTo>
                  <a:pt x="f3" y="f6"/>
                </a:lnTo>
                <a:lnTo>
                  <a:pt x="f3" y="f7"/>
                </a:lnTo>
                <a:lnTo>
                  <a:pt x="f40" y="f8"/>
                </a:lnTo>
                <a:lnTo>
                  <a:pt x="f39" y="f10"/>
                </a:lnTo>
                <a:lnTo>
                  <a:pt x="f38" y="f12"/>
                </a:lnTo>
                <a:lnTo>
                  <a:pt x="f37" y="f11"/>
                </a:lnTo>
                <a:lnTo>
                  <a:pt x="f36" y="f9"/>
                </a:lnTo>
                <a:lnTo>
                  <a:pt x="f35" y="f2"/>
                </a:lnTo>
                <a:lnTo>
                  <a:pt x="f5" y="f2"/>
                </a:lnTo>
                <a:lnTo>
                  <a:pt x="f5" y="f2"/>
                </a:lnTo>
                <a:close/>
              </a:path>
            </a:pathLst>
          </a:custGeom>
          <a:blipFill>
            <a:blip r:embed="rId2">
              <a:alphaModFix/>
            </a:blip>
            <a:tile sx="101135" sy="101135" algn="tl"/>
          </a:blipFill>
          <a:ln w="9528" cap="rnd">
            <a:solidFill>
              <a:srgbClr val="9ECD33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25B1A9-84D2-4CAE-ABD2-DD694B7CB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986" y="1238499"/>
            <a:ext cx="5893838" cy="2645907"/>
          </a:xfrm>
        </p:spPr>
        <p:txBody>
          <a:bodyPr/>
          <a:lstStyle>
            <a:lvl1pPr>
              <a:defRPr sz="42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17D9E9E-0B04-43A1-9725-00967BC24B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53190" y="4443682"/>
            <a:ext cx="5891634" cy="713241"/>
          </a:xfrm>
        </p:spPr>
        <p:txBody>
          <a:bodyPr anchor="t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6D551C1-6AFC-4B53-84F9-2BFC2073F4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74642" y="1081451"/>
            <a:ext cx="3810003" cy="4075462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436D26E-8E0C-42AA-8BAF-5FFF7702F90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0B0CB1-BFD5-4319-A75D-563A56A69093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0210A4B-DDDF-40ED-ACFD-45E0FF5A93C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20199-E3A1-4DDC-83E4-88656381088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526C000-D47D-488C-B90C-69D4A795F2C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FDAFA5ED-E055-4AD7-B74A-E30F101F8203}"/>
              </a:ext>
            </a:extLst>
          </p:cNvPr>
          <p:cNvSpPr/>
          <p:nvPr/>
        </p:nvSpPr>
        <p:spPr>
          <a:xfrm>
            <a:off x="1140887" y="2286585"/>
            <a:ext cx="4895112" cy="2503974"/>
          </a:xfrm>
          <a:custGeom>
            <a:avLst/>
            <a:gdLst>
              <a:gd name="f0" fmla="val w"/>
              <a:gd name="f1" fmla="val h"/>
              <a:gd name="f2" fmla="val 0"/>
              <a:gd name="f3" fmla="val 3384"/>
              <a:gd name="f4" fmla="val 2308"/>
              <a:gd name="f5" fmla="val 3340"/>
              <a:gd name="f6" fmla="val 44"/>
              <a:gd name="f7" fmla="val 34"/>
              <a:gd name="f8" fmla="val 26"/>
              <a:gd name="f9" fmla="val 4"/>
              <a:gd name="f10" fmla="val 20"/>
              <a:gd name="f11" fmla="val 8"/>
              <a:gd name="f12" fmla="val 12"/>
              <a:gd name="f13" fmla="val 2076"/>
              <a:gd name="f14" fmla="val 2086"/>
              <a:gd name="f15" fmla="val 2094"/>
              <a:gd name="f16" fmla="val 2100"/>
              <a:gd name="f17" fmla="val 2108"/>
              <a:gd name="f18" fmla="val 2112"/>
              <a:gd name="f19" fmla="val 2116"/>
              <a:gd name="f20" fmla="val 2120"/>
              <a:gd name="f21" fmla="val 474"/>
              <a:gd name="f22" fmla="val 650"/>
              <a:gd name="f23" fmla="val 2296"/>
              <a:gd name="f24" fmla="val 656"/>
              <a:gd name="f25" fmla="val 2300"/>
              <a:gd name="f26" fmla="val 664"/>
              <a:gd name="f27" fmla="val 2304"/>
              <a:gd name="f28" fmla="val 672"/>
              <a:gd name="f29" fmla="val 680"/>
              <a:gd name="f30" fmla="val 688"/>
              <a:gd name="f31" fmla="val 696"/>
              <a:gd name="f32" fmla="val 704"/>
              <a:gd name="f33" fmla="val 710"/>
              <a:gd name="f34" fmla="val 886"/>
              <a:gd name="f35" fmla="val 3350"/>
              <a:gd name="f36" fmla="val 3358"/>
              <a:gd name="f37" fmla="val 3364"/>
              <a:gd name="f38" fmla="val 3372"/>
              <a:gd name="f39" fmla="val 3376"/>
              <a:gd name="f40" fmla="val 3380"/>
              <a:gd name="f41" fmla="*/ f0 1 3384"/>
              <a:gd name="f42" fmla="*/ f1 1 2308"/>
              <a:gd name="f43" fmla="val f2"/>
              <a:gd name="f44" fmla="val f3"/>
              <a:gd name="f45" fmla="val f4"/>
              <a:gd name="f46" fmla="+- f45 0 f43"/>
              <a:gd name="f47" fmla="+- f44 0 f43"/>
              <a:gd name="f48" fmla="*/ f47 1 3384"/>
              <a:gd name="f49" fmla="*/ f46 1 2308"/>
              <a:gd name="f50" fmla="*/ 0 1 f48"/>
              <a:gd name="f51" fmla="*/ f44 1 f48"/>
              <a:gd name="f52" fmla="*/ 0 1 f49"/>
              <a:gd name="f53" fmla="*/ f45 1 f49"/>
              <a:gd name="f54" fmla="*/ f50 f41 1"/>
              <a:gd name="f55" fmla="*/ f51 f41 1"/>
              <a:gd name="f56" fmla="*/ f53 f42 1"/>
              <a:gd name="f57" fmla="*/ f52 f4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4" t="f57" r="f55" b="f56"/>
            <a:pathLst>
              <a:path w="3384" h="2308">
                <a:moveTo>
                  <a:pt x="f5" y="f2"/>
                </a:moveTo>
                <a:lnTo>
                  <a:pt x="f6" y="f2"/>
                </a:lnTo>
                <a:lnTo>
                  <a:pt x="f6" y="f2"/>
                </a:lnTo>
                <a:lnTo>
                  <a:pt x="f7" y="f2"/>
                </a:lnTo>
                <a:lnTo>
                  <a:pt x="f8" y="f9"/>
                </a:lnTo>
                <a:lnTo>
                  <a:pt x="f10" y="f11"/>
                </a:lnTo>
                <a:lnTo>
                  <a:pt x="f12" y="f12"/>
                </a:lnTo>
                <a:lnTo>
                  <a:pt x="f11" y="f10"/>
                </a:lnTo>
                <a:lnTo>
                  <a:pt x="f9" y="f8"/>
                </a:lnTo>
                <a:lnTo>
                  <a:pt x="f2" y="f7"/>
                </a:lnTo>
                <a:lnTo>
                  <a:pt x="f2" y="f6"/>
                </a:lnTo>
                <a:lnTo>
                  <a:pt x="f2" y="f13"/>
                </a:lnTo>
                <a:lnTo>
                  <a:pt x="f2" y="f13"/>
                </a:lnTo>
                <a:lnTo>
                  <a:pt x="f2" y="f14"/>
                </a:lnTo>
                <a:lnTo>
                  <a:pt x="f9" y="f15"/>
                </a:lnTo>
                <a:lnTo>
                  <a:pt x="f11" y="f16"/>
                </a:lnTo>
                <a:lnTo>
                  <a:pt x="f12" y="f17"/>
                </a:lnTo>
                <a:lnTo>
                  <a:pt x="f10" y="f18"/>
                </a:lnTo>
                <a:lnTo>
                  <a:pt x="f8" y="f19"/>
                </a:lnTo>
                <a:lnTo>
                  <a:pt x="f7" y="f20"/>
                </a:lnTo>
                <a:lnTo>
                  <a:pt x="f6" y="f20"/>
                </a:lnTo>
                <a:lnTo>
                  <a:pt x="f21" y="f20"/>
                </a:lnTo>
                <a:lnTo>
                  <a:pt x="f22" y="f23"/>
                </a:lnTo>
                <a:lnTo>
                  <a:pt x="f22" y="f23"/>
                </a:lnTo>
                <a:lnTo>
                  <a:pt x="f24" y="f25"/>
                </a:lnTo>
                <a:lnTo>
                  <a:pt x="f26" y="f27"/>
                </a:lnTo>
                <a:lnTo>
                  <a:pt x="f28" y="f4"/>
                </a:lnTo>
                <a:lnTo>
                  <a:pt x="f29" y="f4"/>
                </a:lnTo>
                <a:lnTo>
                  <a:pt x="f30" y="f4"/>
                </a:lnTo>
                <a:lnTo>
                  <a:pt x="f31" y="f27"/>
                </a:lnTo>
                <a:lnTo>
                  <a:pt x="f32" y="f25"/>
                </a:lnTo>
                <a:lnTo>
                  <a:pt x="f33" y="f23"/>
                </a:lnTo>
                <a:lnTo>
                  <a:pt x="f34" y="f20"/>
                </a:lnTo>
                <a:lnTo>
                  <a:pt x="f5" y="f20"/>
                </a:lnTo>
                <a:lnTo>
                  <a:pt x="f5" y="f20"/>
                </a:lnTo>
                <a:lnTo>
                  <a:pt x="f35" y="f20"/>
                </a:lnTo>
                <a:lnTo>
                  <a:pt x="f36" y="f19"/>
                </a:lnTo>
                <a:lnTo>
                  <a:pt x="f37" y="f18"/>
                </a:lnTo>
                <a:lnTo>
                  <a:pt x="f38" y="f17"/>
                </a:lnTo>
                <a:lnTo>
                  <a:pt x="f39" y="f16"/>
                </a:lnTo>
                <a:lnTo>
                  <a:pt x="f40" y="f15"/>
                </a:lnTo>
                <a:lnTo>
                  <a:pt x="f3" y="f14"/>
                </a:lnTo>
                <a:lnTo>
                  <a:pt x="f3" y="f13"/>
                </a:lnTo>
                <a:lnTo>
                  <a:pt x="f3" y="f6"/>
                </a:lnTo>
                <a:lnTo>
                  <a:pt x="f3" y="f6"/>
                </a:lnTo>
                <a:lnTo>
                  <a:pt x="f3" y="f7"/>
                </a:lnTo>
                <a:lnTo>
                  <a:pt x="f40" y="f8"/>
                </a:lnTo>
                <a:lnTo>
                  <a:pt x="f39" y="f10"/>
                </a:lnTo>
                <a:lnTo>
                  <a:pt x="f38" y="f12"/>
                </a:lnTo>
                <a:lnTo>
                  <a:pt x="f37" y="f11"/>
                </a:lnTo>
                <a:lnTo>
                  <a:pt x="f36" y="f9"/>
                </a:lnTo>
                <a:lnTo>
                  <a:pt x="f35" y="f2"/>
                </a:lnTo>
                <a:lnTo>
                  <a:pt x="f5" y="f2"/>
                </a:lnTo>
                <a:lnTo>
                  <a:pt x="f5" y="f2"/>
                </a:lnTo>
                <a:close/>
              </a:path>
            </a:pathLst>
          </a:custGeom>
          <a:blipFill>
            <a:blip r:embed="rId2">
              <a:alphaModFix/>
            </a:blip>
            <a:tile sx="101135" sy="101135" algn="tl"/>
          </a:blipFill>
          <a:ln w="9528" cap="rnd">
            <a:solidFill>
              <a:srgbClr val="9ECD33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441FDF-5CA8-4D9D-8465-4B810475C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7088" y="2435952"/>
            <a:ext cx="4382518" cy="200778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13F434C-6563-490E-8B3A-30B5A9DE4E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55996" y="2286000"/>
            <a:ext cx="4880299" cy="2295528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13934D7-0261-489B-9568-71A9A9BBD8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2075088-06A5-4823-A86A-B57C8CC49DD2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78C1C51-03C7-44AC-ADF3-F0AEBF077A9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4765FC4-E2D9-47BA-B1D5-C7CED988DF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E06394-2ECA-4369-991F-F18591F1CA38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31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ED337940-D0B4-44B0-83AA-1E51DA43E9F7}"/>
              </a:ext>
            </a:extLst>
          </p:cNvPr>
          <p:cNvSpPr/>
          <p:nvPr/>
        </p:nvSpPr>
        <p:spPr>
          <a:xfrm>
            <a:off x="0" y="0"/>
            <a:ext cx="12191996" cy="2185992"/>
          </a:xfrm>
          <a:custGeom>
            <a:avLst/>
            <a:gdLst>
              <a:gd name="f0" fmla="val w"/>
              <a:gd name="f1" fmla="val h"/>
              <a:gd name="f2" fmla="val 0"/>
              <a:gd name="f3" fmla="val 5760"/>
              <a:gd name="f4" fmla="val 1377"/>
              <a:gd name="f5" fmla="val 1189"/>
              <a:gd name="f6" fmla="val 943"/>
              <a:gd name="f7" fmla="val 1123"/>
              <a:gd name="f8" fmla="val 1369"/>
              <a:gd name="f9" fmla="val 1127"/>
              <a:gd name="f10" fmla="val 1371"/>
              <a:gd name="f11" fmla="val 1133"/>
              <a:gd name="f12" fmla="val 1374"/>
              <a:gd name="f13" fmla="val 1139"/>
              <a:gd name="f14" fmla="val 1144"/>
              <a:gd name="f15" fmla="val 1150"/>
              <a:gd name="f16" fmla="val 1155"/>
              <a:gd name="f17" fmla="val 1161"/>
              <a:gd name="f18" fmla="val 1165"/>
              <a:gd name="f19" fmla="val 1345"/>
              <a:gd name="f20" fmla="*/ f0 1 5760"/>
              <a:gd name="f21" fmla="*/ f1 1 1377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5760"/>
              <a:gd name="f28" fmla="*/ f25 1 1377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5760" h="1377">
                <a:moveTo>
                  <a:pt x="f3" y="f2"/>
                </a:moveTo>
                <a:lnTo>
                  <a:pt x="f2" y="f2"/>
                </a:lnTo>
                <a:lnTo>
                  <a:pt x="f2" y="f5"/>
                </a:lnTo>
                <a:lnTo>
                  <a:pt x="f6" y="f5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13" y="f4"/>
                </a:lnTo>
                <a:lnTo>
                  <a:pt x="f14" y="f4"/>
                </a:lnTo>
                <a:lnTo>
                  <a:pt x="f15" y="f4"/>
                </a:lnTo>
                <a:lnTo>
                  <a:pt x="f16" y="f12"/>
                </a:lnTo>
                <a:lnTo>
                  <a:pt x="f17" y="f10"/>
                </a:lnTo>
                <a:lnTo>
                  <a:pt x="f18" y="f8"/>
                </a:lnTo>
                <a:lnTo>
                  <a:pt x="f19" y="f5"/>
                </a:lnTo>
                <a:lnTo>
                  <a:pt x="f3" y="f5"/>
                </a:lnTo>
                <a:lnTo>
                  <a:pt x="f3" y="f2"/>
                </a:lnTo>
                <a:close/>
              </a:path>
            </a:pathLst>
          </a:custGeom>
          <a:blipFill>
            <a:blip r:embed="rId2">
              <a:alphaModFix/>
            </a:blip>
            <a:tile sx="101135" sy="101135" algn="tl"/>
          </a:blipFill>
          <a:ln w="9528" cap="rnd">
            <a:solidFill>
              <a:srgbClr val="9ECD33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8CB629-B6FE-488D-991D-1C4F14D5342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7124F1A4-89B1-44CB-BF29-12863A0932C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071D4B7-2D08-4DFE-8D0D-B1161D0F344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21D7BE-6BB3-45A5-9C11-A19B260BA6C0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0912757-0D31-4094-A145-66CA907433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4B2675-E093-4ECB-9689-D93CDA8F653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E2492C-0E5B-4D20-B110-123AE630F88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54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F388DBC5-7FBC-40E9-AF0F-910D34EFEBD8}"/>
              </a:ext>
            </a:extLst>
          </p:cNvPr>
          <p:cNvSpPr/>
          <p:nvPr/>
        </p:nvSpPr>
        <p:spPr>
          <a:xfrm rot="10800000">
            <a:off x="451512" y="466202"/>
            <a:ext cx="4522348" cy="5414957"/>
          </a:xfrm>
          <a:custGeom>
            <a:avLst/>
            <a:gdLst>
              <a:gd name="f0" fmla="val w"/>
              <a:gd name="f1" fmla="val h"/>
              <a:gd name="f2" fmla="val 0"/>
              <a:gd name="f3" fmla="val 2879"/>
              <a:gd name="f4" fmla="val 4320"/>
              <a:gd name="f5" fmla="val 183"/>
              <a:gd name="f6" fmla="val 1197"/>
              <a:gd name="f7" fmla="val 8"/>
              <a:gd name="f8" fmla="val 1372"/>
              <a:gd name="f9" fmla="val 6"/>
              <a:gd name="f10" fmla="val 1376"/>
              <a:gd name="f11" fmla="val 3"/>
              <a:gd name="f12" fmla="val 1382"/>
              <a:gd name="f13" fmla="val 1387"/>
              <a:gd name="f14" fmla="val 1393"/>
              <a:gd name="f15" fmla="val 1399"/>
              <a:gd name="f16" fmla="val 1404"/>
              <a:gd name="f17" fmla="val 1410"/>
              <a:gd name="f18" fmla="val 1414"/>
              <a:gd name="f19" fmla="val 1589"/>
              <a:gd name="f20" fmla="*/ f0 1 2879"/>
              <a:gd name="f21" fmla="*/ f1 1 4320"/>
              <a:gd name="f22" fmla="val f2"/>
              <a:gd name="f23" fmla="val f3"/>
              <a:gd name="f24" fmla="val f4"/>
              <a:gd name="f25" fmla="+- f24 0 f22"/>
              <a:gd name="f26" fmla="+- f23 0 f22"/>
              <a:gd name="f27" fmla="*/ f26 1 2879"/>
              <a:gd name="f28" fmla="*/ f25 1 4320"/>
              <a:gd name="f29" fmla="*/ 0 1 f27"/>
              <a:gd name="f30" fmla="*/ f23 1 f27"/>
              <a:gd name="f31" fmla="*/ 0 1 f28"/>
              <a:gd name="f32" fmla="*/ f24 1 f28"/>
              <a:gd name="f33" fmla="*/ f29 f20 1"/>
              <a:gd name="f34" fmla="*/ f30 f20 1"/>
              <a:gd name="f35" fmla="*/ f32 f21 1"/>
              <a:gd name="f36" fmla="*/ f31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3" t="f36" r="f34" b="f35"/>
            <a:pathLst>
              <a:path w="2879" h="4320">
                <a:moveTo>
                  <a:pt x="f5" y="f2"/>
                </a:moveTo>
                <a:lnTo>
                  <a:pt x="f5" y="f6"/>
                </a:lnTo>
                <a:lnTo>
                  <a:pt x="f7" y="f8"/>
                </a:lnTo>
                <a:lnTo>
                  <a:pt x="f7" y="f8"/>
                </a:lnTo>
                <a:lnTo>
                  <a:pt x="f9" y="f10"/>
                </a:lnTo>
                <a:lnTo>
                  <a:pt x="f11" y="f12"/>
                </a:lnTo>
                <a:lnTo>
                  <a:pt x="f2" y="f13"/>
                </a:lnTo>
                <a:lnTo>
                  <a:pt x="f2" y="f14"/>
                </a:lnTo>
                <a:lnTo>
                  <a:pt x="f2" y="f15"/>
                </a:lnTo>
                <a:lnTo>
                  <a:pt x="f11" y="f16"/>
                </a:lnTo>
                <a:lnTo>
                  <a:pt x="f9" y="f17"/>
                </a:lnTo>
                <a:lnTo>
                  <a:pt x="f7" y="f18"/>
                </a:lnTo>
                <a:lnTo>
                  <a:pt x="f5" y="f19"/>
                </a:lnTo>
                <a:lnTo>
                  <a:pt x="f5" y="f4"/>
                </a:lnTo>
                <a:lnTo>
                  <a:pt x="f3" y="f4"/>
                </a:lnTo>
                <a:lnTo>
                  <a:pt x="f3" y="f2"/>
                </a:lnTo>
                <a:lnTo>
                  <a:pt x="f5" y="f2"/>
                </a:lnTo>
                <a:close/>
              </a:path>
            </a:pathLst>
          </a:custGeom>
          <a:solidFill>
            <a:srgbClr val="2B8080"/>
          </a:solidFill>
          <a:ln w="9528" cap="rnd">
            <a:solidFill>
              <a:srgbClr val="2B8080"/>
            </a:solidFill>
            <a:prstDash val="solid"/>
          </a:ln>
        </p:spPr>
        <p:txBody>
          <a:bodyPr lIns="0" tIns="0" rIns="0" bIns="0"/>
          <a:lstStyle/>
          <a:p>
            <a:endParaRPr lang="fr-FR"/>
          </a:p>
        </p:txBody>
      </p:sp>
      <p:sp>
        <p:nvSpPr>
          <p:cNvPr id="3" name="Vertical Title 1">
            <a:extLst>
              <a:ext uri="{FF2B5EF4-FFF2-40B4-BE49-F238E27FC236}">
                <a16:creationId xmlns:a16="http://schemas.microsoft.com/office/drawing/2014/main" id="{7E437609-D890-43FF-A50D-BD7F28D9AAE5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 rot="16200000">
            <a:off x="1015824" y="661513"/>
            <a:ext cx="2494794" cy="3320552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E9D33345-950F-4AE7-AE4B-0C25129C37B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773670" y="493973"/>
            <a:ext cx="6611541" cy="5414957"/>
          </a:xfrm>
        </p:spPr>
        <p:txBody>
          <a:bodyPr vert="eaVert" anchor="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5F4F53-099D-4CD5-A589-44DC25A026A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AC9AED-1229-458F-9C23-2EB15E7BE1BD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51B714-ACDF-4849-9B84-231FB08CEE4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A31B1B-4380-4DCC-A465-E5F74658B0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B8080"/>
                </a:solidFill>
              </a:defRPr>
            </a:lvl1pPr>
          </a:lstStyle>
          <a:p>
            <a:fld id="{646F21CB-13A6-49B0-8A87-1643BE9F5E8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396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59360-579F-4A9F-B60E-BDD7CC49C5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2" y="447187"/>
            <a:ext cx="10572000" cy="970452"/>
          </a:xfrm>
          <a:prstGeom prst="rect">
            <a:avLst/>
          </a:prstGeom>
          <a:noFill/>
          <a:ln>
            <a:noFill/>
          </a:ln>
          <a:effectLst>
            <a:outerShdw dir="16200000" algn="tl">
              <a:srgbClr val="000000">
                <a:alpha val="60000"/>
              </a:srgbClr>
            </a:outerShdw>
          </a:effectLst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C71B6-A918-4C86-A4A0-41D86EBD0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0002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dir="16200000" algn="tl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2AFBEB-2AEB-4DBD-9C95-114900E73B6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51512" y="6041358"/>
            <a:ext cx="864431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entury Gothic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FE01E7-1347-4C1C-9956-8F82013F685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9334624" y="6041358"/>
            <a:ext cx="1343701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FFFFFF"/>
                </a:solidFill>
                <a:uFillTx/>
                <a:latin typeface="Century Gothic"/>
              </a:defRPr>
            </a:lvl1pPr>
          </a:lstStyle>
          <a:p>
            <a:pPr lvl="0"/>
            <a:fld id="{F99D5486-3F2C-449D-99D3-571FE4C96BE0}" type="datetime1">
              <a:rPr lang="en-US"/>
              <a:pPr lvl="0"/>
              <a:t>9/22/2026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C41D8-51C0-44FA-8855-EA0769EC3FF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678326" y="5915884"/>
            <a:ext cx="1062157" cy="49060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10799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000" b="0" i="0" u="none" strike="noStrike" kern="1200" cap="none" spc="0" baseline="0">
                <a:solidFill>
                  <a:srgbClr val="9ECD33"/>
                </a:solidFill>
                <a:uFillTx/>
                <a:latin typeface="Century Gothic"/>
              </a:defRPr>
            </a:lvl1pPr>
          </a:lstStyle>
          <a:p>
            <a:pPr lvl="0"/>
            <a:fld id="{2D66A1B8-FCEA-4B2C-B47E-0A29F9783F5B}" type="slidenum"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marL="0" marR="0" lvl="0" indent="0" algn="l" defTabSz="4572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4000" b="1" i="0" u="none" strike="noStrike" kern="1200" cap="none" spc="0" baseline="0">
          <a:solidFill>
            <a:srgbClr val="FEFEFE"/>
          </a:solidFill>
          <a:uFillTx/>
          <a:latin typeface="Century Gothic"/>
        </a:defRPr>
      </a:lvl1pPr>
    </p:titleStyle>
    <p:bodyStyle>
      <a:lvl1pPr marL="342900" marR="0" lvl="0" indent="-342900" algn="l" defTabSz="457200" rtl="0" fontAlgn="auto" hangingPunct="1">
        <a:lnSpc>
          <a:spcPct val="100000"/>
        </a:lnSpc>
        <a:spcBef>
          <a:spcPts val="400"/>
        </a:spcBef>
        <a:spcAft>
          <a:spcPts val="600"/>
        </a:spcAft>
        <a:buClr>
          <a:srgbClr val="9ECD33"/>
        </a:buClr>
        <a:buSzPct val="100000"/>
        <a:buFont typeface="Wingdings 2"/>
        <a:buChar char=""/>
        <a:tabLst/>
        <a:defRPr lang="fr-FR" sz="1800" b="0" i="0" u="none" strike="noStrike" kern="1200" cap="none" spc="0" baseline="0">
          <a:solidFill>
            <a:srgbClr val="FFFFFF"/>
          </a:solidFill>
          <a:uFillTx/>
          <a:latin typeface="Century Gothic"/>
        </a:defRPr>
      </a:lvl1pPr>
      <a:lvl2pPr marL="742950" marR="0" lvl="1" indent="-285750" algn="l" defTabSz="457200" rtl="0" fontAlgn="auto" hangingPunct="1">
        <a:lnSpc>
          <a:spcPct val="100000"/>
        </a:lnSpc>
        <a:spcBef>
          <a:spcPts val="400"/>
        </a:spcBef>
        <a:spcAft>
          <a:spcPts val="600"/>
        </a:spcAft>
        <a:buClr>
          <a:srgbClr val="9ECD33"/>
        </a:buClr>
        <a:buSzPct val="100000"/>
        <a:buFont typeface="Wingdings 2"/>
        <a:buChar char=""/>
        <a:tabLst/>
        <a:defRPr lang="fr-FR" sz="1600" b="0" i="0" u="none" strike="noStrike" kern="1200" cap="none" spc="0" baseline="0">
          <a:solidFill>
            <a:srgbClr val="FFFFFF"/>
          </a:solidFill>
          <a:uFillTx/>
          <a:latin typeface="Century Gothic"/>
        </a:defRPr>
      </a:lvl2pPr>
      <a:lvl3pPr marL="1143000" marR="0" lvl="2" indent="-228600" algn="l" defTabSz="457200" rtl="0" fontAlgn="auto" hangingPunct="1">
        <a:lnSpc>
          <a:spcPct val="100000"/>
        </a:lnSpc>
        <a:spcBef>
          <a:spcPts val="300"/>
        </a:spcBef>
        <a:spcAft>
          <a:spcPts val="600"/>
        </a:spcAft>
        <a:buClr>
          <a:srgbClr val="9ECD33"/>
        </a:buClr>
        <a:buSzPct val="100000"/>
        <a:buFont typeface="Wingdings 2"/>
        <a:buChar char=""/>
        <a:tabLst/>
        <a:defRPr lang="fr-FR" sz="1400" b="0" i="0" u="none" strike="noStrike" kern="1200" cap="none" spc="0" baseline="0">
          <a:solidFill>
            <a:srgbClr val="FFFFFF"/>
          </a:solidFill>
          <a:uFillTx/>
          <a:latin typeface="Century Gothic"/>
        </a:defRPr>
      </a:lvl3pPr>
      <a:lvl4pPr marL="1600200" marR="0" lvl="3" indent="-228600" algn="l" defTabSz="457200" rtl="0" fontAlgn="auto" hangingPunct="1">
        <a:lnSpc>
          <a:spcPct val="100000"/>
        </a:lnSpc>
        <a:spcBef>
          <a:spcPts val="300"/>
        </a:spcBef>
        <a:spcAft>
          <a:spcPts val="600"/>
        </a:spcAft>
        <a:buClr>
          <a:srgbClr val="9ECD33"/>
        </a:buClr>
        <a:buSzPct val="100000"/>
        <a:buFont typeface="Wingdings 2"/>
        <a:buChar char=""/>
        <a:tabLst/>
        <a:defRPr lang="fr-FR" sz="1200" b="0" i="0" u="none" strike="noStrike" kern="1200" cap="none" spc="0" baseline="0">
          <a:solidFill>
            <a:srgbClr val="FFFFFF"/>
          </a:solidFill>
          <a:uFillTx/>
          <a:latin typeface="Century Gothic"/>
        </a:defRPr>
      </a:lvl4pPr>
      <a:lvl5pPr marL="2057400" marR="0" lvl="4" indent="-228600" algn="l" defTabSz="457200" rtl="0" fontAlgn="auto" hangingPunct="1">
        <a:lnSpc>
          <a:spcPct val="100000"/>
        </a:lnSpc>
        <a:spcBef>
          <a:spcPts val="300"/>
        </a:spcBef>
        <a:spcAft>
          <a:spcPts val="600"/>
        </a:spcAft>
        <a:buClr>
          <a:srgbClr val="9ECD33"/>
        </a:buClr>
        <a:buSzPct val="100000"/>
        <a:buFont typeface="Wingdings 2"/>
        <a:buChar char=""/>
        <a:tabLst/>
        <a:defRPr lang="fr-FR" sz="1200" b="0" i="0" u="none" strike="noStrike" kern="1200" cap="none" spc="0" baseline="0">
          <a:solidFill>
            <a:srgbClr val="FFFFFF"/>
          </a:solidFill>
          <a:uFillTx/>
          <a:latin typeface="Century Gothic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1E9ED-856C-4FA7-9D9D-735D644EA940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fr-FR" sz="7200" dirty="0"/>
              <a:t>GSB …Saison 2 !!</a:t>
            </a:r>
            <a:br>
              <a:rPr lang="fr-FR" sz="7200" dirty="0"/>
            </a:br>
            <a:endParaRPr lang="fr-FR" sz="7200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CCA81A0A-9F8D-4BD6-B2C9-C6B11E8006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81A924-1D68-47D8-A76D-3A08D231A8E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sz="4800" dirty="0"/>
              <a:t>Le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F2D3DA-5DD1-4CA6-84E7-23A2C9CE926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18708" y="2222284"/>
            <a:ext cx="10554571" cy="156594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700"/>
              </a:spcBef>
              <a:buClr>
                <a:srgbClr val="2B8080"/>
              </a:buClr>
            </a:pPr>
            <a:r>
              <a:rPr lang="fr-FR" sz="2800" dirty="0"/>
              <a:t>Compte-rendu de visite des visiteurs médicaux</a:t>
            </a:r>
          </a:p>
          <a:p>
            <a:pPr>
              <a:spcBef>
                <a:spcPts val="700"/>
              </a:spcBef>
              <a:buClr>
                <a:srgbClr val="2B8080"/>
              </a:buClr>
            </a:pPr>
            <a:r>
              <a:rPr lang="fr-FR" sz="2800" dirty="0"/>
              <a:t>Programmation VB .net</a:t>
            </a:r>
          </a:p>
          <a:p>
            <a:pPr>
              <a:spcBef>
                <a:spcPts val="700"/>
              </a:spcBef>
              <a:buClr>
                <a:srgbClr val="2B8080"/>
              </a:buClr>
            </a:pPr>
            <a:r>
              <a:rPr lang="fr-FR" sz="2800" dirty="0"/>
              <a:t>Base de données Oracle 19c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732E70-1392-4E3E-82F0-6BD389E4E4D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sz="4800" dirty="0"/>
              <a:t>Ressources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D710295-832B-4E56-B5DD-35974EB8B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Dossier AP : expression de besoins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732E70-1392-4E3E-82F0-6BD389E4E4D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sz="4800" dirty="0"/>
              <a:t>Travail à faire  : TOUT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D710295-832B-4E56-B5DD-35974EB8B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2" y="2352913"/>
            <a:ext cx="10554571" cy="3636513"/>
          </a:xfrm>
        </p:spPr>
        <p:txBody>
          <a:bodyPr>
            <a:normAutofit fontScale="77500" lnSpcReduction="20000"/>
          </a:bodyPr>
          <a:lstStyle/>
          <a:p>
            <a:r>
              <a:rPr lang="fr-FR" sz="2800" dirty="0"/>
              <a:t>Conception</a:t>
            </a:r>
          </a:p>
          <a:p>
            <a:pPr lvl="1"/>
            <a:r>
              <a:rPr lang="fr-FR" sz="2600" dirty="0"/>
              <a:t>Spécifications fonctionnelles générales</a:t>
            </a:r>
          </a:p>
          <a:p>
            <a:pPr lvl="1"/>
            <a:r>
              <a:rPr lang="fr-FR" sz="2600" dirty="0"/>
              <a:t>Spécifications fonctionnelles détaillées</a:t>
            </a:r>
          </a:p>
          <a:p>
            <a:r>
              <a:rPr lang="fr-FR" sz="2800" dirty="0"/>
              <a:t>Programmation</a:t>
            </a:r>
          </a:p>
          <a:p>
            <a:r>
              <a:rPr lang="fr-FR" sz="2800" dirty="0"/>
              <a:t>Tests</a:t>
            </a:r>
          </a:p>
          <a:p>
            <a:r>
              <a:rPr lang="fr-FR" sz="2800" dirty="0"/>
              <a:t>Intégration continue</a:t>
            </a:r>
          </a:p>
          <a:p>
            <a:r>
              <a:rPr lang="fr-FR" sz="2800" dirty="0"/>
              <a:t>Gestion de projet</a:t>
            </a:r>
          </a:p>
          <a:p>
            <a:r>
              <a:rPr lang="fr-FR" sz="2800" dirty="0"/>
              <a:t>Documentation utilisateur</a:t>
            </a:r>
          </a:p>
          <a:p>
            <a:r>
              <a:rPr lang="fr-FR" sz="2800" dirty="0"/>
              <a:t>Mise en exploitation</a:t>
            </a:r>
          </a:p>
        </p:txBody>
      </p:sp>
    </p:spTree>
    <p:extLst>
      <p:ext uri="{BB962C8B-B14F-4D97-AF65-F5344CB8AC3E}">
        <p14:creationId xmlns:p14="http://schemas.microsoft.com/office/powerpoint/2010/main" val="186831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D01CB-0DCC-43B2-A430-D7F98B9E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Groupes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83BDFE0E-CC61-41E0-BA3C-CBA131161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74144"/>
              </p:ext>
            </p:extLst>
          </p:nvPr>
        </p:nvGraphicFramePr>
        <p:xfrm>
          <a:off x="239731" y="2417838"/>
          <a:ext cx="284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3464854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Groupe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4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Louis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3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9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39246"/>
                  </a:ext>
                </a:extLst>
              </a:tr>
            </a:tbl>
          </a:graphicData>
        </a:graphic>
      </p:graphicFrame>
      <p:graphicFrame>
        <p:nvGraphicFramePr>
          <p:cNvPr id="7" name="Tableau 4">
            <a:extLst>
              <a:ext uri="{FF2B5EF4-FFF2-40B4-BE49-F238E27FC236}">
                <a16:creationId xmlns:a16="http://schemas.microsoft.com/office/drawing/2014/main" id="{F8A61E40-F116-4005-B165-E590C382C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805926"/>
              </p:ext>
            </p:extLst>
          </p:nvPr>
        </p:nvGraphicFramePr>
        <p:xfrm>
          <a:off x="243075" y="4290181"/>
          <a:ext cx="284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3464854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Groupe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4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Alexis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3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Mathys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9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39246"/>
                  </a:ext>
                </a:extLst>
              </a:tr>
            </a:tbl>
          </a:graphicData>
        </a:graphic>
      </p:graphicFrame>
      <p:graphicFrame>
        <p:nvGraphicFramePr>
          <p:cNvPr id="8" name="Tableau 4">
            <a:extLst>
              <a:ext uri="{FF2B5EF4-FFF2-40B4-BE49-F238E27FC236}">
                <a16:creationId xmlns:a16="http://schemas.microsoft.com/office/drawing/2014/main" id="{61F8D317-BB4C-420F-889B-8CD5B2468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177409"/>
              </p:ext>
            </p:extLst>
          </p:nvPr>
        </p:nvGraphicFramePr>
        <p:xfrm>
          <a:off x="3271454" y="4290181"/>
          <a:ext cx="284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3464854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Groupe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4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 Thomas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3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Yanis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9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39246"/>
                  </a:ext>
                </a:extLst>
              </a:tr>
            </a:tbl>
          </a:graphicData>
        </a:graphic>
      </p:graphicFrame>
      <p:graphicFrame>
        <p:nvGraphicFramePr>
          <p:cNvPr id="9" name="Tableau 4">
            <a:extLst>
              <a:ext uri="{FF2B5EF4-FFF2-40B4-BE49-F238E27FC236}">
                <a16:creationId xmlns:a16="http://schemas.microsoft.com/office/drawing/2014/main" id="{D3A53D18-B154-4CDA-9E3D-48FB7747D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595644"/>
              </p:ext>
            </p:extLst>
          </p:nvPr>
        </p:nvGraphicFramePr>
        <p:xfrm>
          <a:off x="3271454" y="2417838"/>
          <a:ext cx="284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3464854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Groupe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4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Jolan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3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Justine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9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39246"/>
                  </a:ext>
                </a:extLst>
              </a:tr>
            </a:tbl>
          </a:graphicData>
        </a:graphic>
      </p:graphicFrame>
      <p:graphicFrame>
        <p:nvGraphicFramePr>
          <p:cNvPr id="10" name="Tableau 4">
            <a:extLst>
              <a:ext uri="{FF2B5EF4-FFF2-40B4-BE49-F238E27FC236}">
                <a16:creationId xmlns:a16="http://schemas.microsoft.com/office/drawing/2014/main" id="{442F98D6-67AD-4711-B566-840613656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74197"/>
              </p:ext>
            </p:extLst>
          </p:nvPr>
        </p:nvGraphicFramePr>
        <p:xfrm>
          <a:off x="6299833" y="4329612"/>
          <a:ext cx="284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3464854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Groupe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4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Louna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3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 </a:t>
                      </a:r>
                      <a:r>
                        <a:rPr lang="fr-FR" dirty="0" err="1"/>
                        <a:t>lenny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9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39246"/>
                  </a:ext>
                </a:extLst>
              </a:tr>
            </a:tbl>
          </a:graphicData>
        </a:graphic>
      </p:graphicFrame>
      <p:graphicFrame>
        <p:nvGraphicFramePr>
          <p:cNvPr id="11" name="Tableau 4">
            <a:extLst>
              <a:ext uri="{FF2B5EF4-FFF2-40B4-BE49-F238E27FC236}">
                <a16:creationId xmlns:a16="http://schemas.microsoft.com/office/drawing/2014/main" id="{83CF1CDB-20E5-4539-B6BE-CD80BF798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955202"/>
              </p:ext>
            </p:extLst>
          </p:nvPr>
        </p:nvGraphicFramePr>
        <p:xfrm>
          <a:off x="6299833" y="2417838"/>
          <a:ext cx="284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3464854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Groupe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4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Cyprien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33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Yanis LH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91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739246"/>
                  </a:ext>
                </a:extLst>
              </a:tr>
            </a:tbl>
          </a:graphicData>
        </a:graphic>
      </p:graphicFrame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994667"/>
              </p:ext>
            </p:extLst>
          </p:nvPr>
        </p:nvGraphicFramePr>
        <p:xfrm>
          <a:off x="9511791" y="3548501"/>
          <a:ext cx="2844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55309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Groupe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34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0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07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150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567774"/>
      </p:ext>
    </p:extLst>
  </p:cSld>
  <p:clrMapOvr>
    <a:masterClrMapping/>
  </p:clrMapOvr>
</p:sld>
</file>

<file path=ppt/theme/theme1.xml><?xml version="1.0" encoding="utf-8"?>
<a:theme xmlns:a="http://schemas.openxmlformats.org/drawingml/2006/main" name="Conc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D6D484FC092248A1EE40C74AA767BC" ma:contentTypeVersion="7" ma:contentTypeDescription="Crée un document." ma:contentTypeScope="" ma:versionID="dcee3571cf724eff30645e1ff7f5cb84">
  <xsd:schema xmlns:xsd="http://www.w3.org/2001/XMLSchema" xmlns:xs="http://www.w3.org/2001/XMLSchema" xmlns:p="http://schemas.microsoft.com/office/2006/metadata/properties" xmlns:ns2="eecd6e2c-a245-45a4-89d4-9c8860b69004" targetNamespace="http://schemas.microsoft.com/office/2006/metadata/properties" ma:root="true" ma:fieldsID="e0334c0c3a3200f6aeb7da058c150345" ns2:_="">
    <xsd:import namespace="eecd6e2c-a245-45a4-89d4-9c8860b69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cd6e2c-a245-45a4-89d4-9c8860b690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47A368-411A-43FE-A928-1541775890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0DB621-F581-48BE-A6D2-DF4C57AB24D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629E77A-6D3F-45CF-A000-BC094700C10D}"/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88</Words>
  <Application>Microsoft Office PowerPoint</Application>
  <PresentationFormat>Grand écran</PresentationFormat>
  <Paragraphs>40</Paragraphs>
  <Slides>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2</vt:lpstr>
      <vt:lpstr>Concis</vt:lpstr>
      <vt:lpstr>GSB …Saison 2 !! </vt:lpstr>
      <vt:lpstr>Le projet</vt:lpstr>
      <vt:lpstr>Ressources</vt:lpstr>
      <vt:lpstr>Travail à faire  : TOUT</vt:lpstr>
      <vt:lpstr>Groupes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 Epreuve E6</dc:title>
  <dc:creator>Timothy, LE PALLEC</dc:creator>
  <cp:lastModifiedBy>Annick MONTFORT</cp:lastModifiedBy>
  <cp:revision>79</cp:revision>
  <dcterms:created xsi:type="dcterms:W3CDTF">2019-05-02T00:01:11Z</dcterms:created>
  <dcterms:modified xsi:type="dcterms:W3CDTF">2026-09-22T08:38:54Z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0x010100A3D6D484FC092248A1EE40C74AA767BC</vt:lpwstr>
  </property>
</Properties>
</file>